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9" r:id="rId4"/>
    <p:sldMasterId id="2147483670"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f634a052b3_2_193: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f634a052b3_2_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634a052b3_2_20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f634a052b3_2_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f634a052b3_2_21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f634a052b3_2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634a052b3_2_22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3f634a052b3_2_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f634a052b3_2_29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3f634a052b3_2_2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f634a052b3_2_32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g3f634a052b3_2_3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f634a052b3_2_32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3f634a052b3_2_3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グリーン）">
  <p:cSld name="表紙（グリーン）">
    <p:spTree>
      <p:nvGrpSpPr>
        <p:cNvPr id="55" name="Shape 55"/>
        <p:cNvGrpSpPr/>
        <p:nvPr/>
      </p:nvGrpSpPr>
      <p:grpSpPr>
        <a:xfrm>
          <a:off x="0" y="0"/>
          <a:ext cx="0" cy="0"/>
          <a:chOff x="0" y="0"/>
          <a:chExt cx="0" cy="0"/>
        </a:xfrm>
      </p:grpSpPr>
      <p:sp>
        <p:nvSpPr>
          <p:cNvPr id="56" name="Google Shape;56;p14"/>
          <p:cNvSpPr/>
          <p:nvPr/>
        </p:nvSpPr>
        <p:spPr>
          <a:xfrm>
            <a:off x="6199271" y="-1"/>
            <a:ext cx="2944729" cy="5143501"/>
          </a:xfrm>
          <a:prstGeom prst="rect">
            <a:avLst/>
          </a:prstGeom>
          <a:solidFill>
            <a:srgbClr val="1F302F"/>
          </a:solidFill>
          <a:ln cap="flat" cmpd="sng" w="19050">
            <a:solidFill>
              <a:srgbClr val="1F302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ロゴ  AI によって生成されたコンテンツは間違っている可能性があります。" id="57" name="Google Shape;57;p14"/>
          <p:cNvPicPr preferRelativeResize="0"/>
          <p:nvPr/>
        </p:nvPicPr>
        <p:blipFill rotWithShape="1">
          <a:blip r:embed="rId2">
            <a:alphaModFix/>
          </a:blip>
          <a:srcRect b="0" l="0" r="0" t="0"/>
          <a:stretch/>
        </p:blipFill>
        <p:spPr>
          <a:xfrm>
            <a:off x="6841119" y="1943143"/>
            <a:ext cx="1661032" cy="1247252"/>
          </a:xfrm>
          <a:prstGeom prst="rect">
            <a:avLst/>
          </a:prstGeom>
          <a:noFill/>
          <a:ln>
            <a:noFill/>
          </a:ln>
        </p:spPr>
      </p:pic>
      <p:sp>
        <p:nvSpPr>
          <p:cNvPr id="58" name="Google Shape;58;p14"/>
          <p:cNvSpPr txBox="1"/>
          <p:nvPr>
            <p:ph type="ctrTitle"/>
          </p:nvPr>
        </p:nvSpPr>
        <p:spPr>
          <a:xfrm>
            <a:off x="312285" y="1273929"/>
            <a:ext cx="5851342" cy="13500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3000"/>
              <a:buFont typeface="Arial"/>
              <a:buNone/>
              <a:defRPr b="1" sz="300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 name="Google Shape;59;p14"/>
          <p:cNvSpPr txBox="1"/>
          <p:nvPr>
            <p:ph idx="1" type="subTitle"/>
          </p:nvPr>
        </p:nvSpPr>
        <p:spPr>
          <a:xfrm>
            <a:off x="312286" y="2753705"/>
            <a:ext cx="5851342" cy="13500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dk1"/>
              </a:buClr>
              <a:buSzPts val="1800"/>
              <a:buNone/>
              <a:defRPr sz="1800">
                <a:latin typeface="Arial"/>
                <a:ea typeface="Arial"/>
                <a:cs typeface="Arial"/>
                <a:sym typeface="Aria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grpSp>
        <p:nvGrpSpPr>
          <p:cNvPr id="60" name="Google Shape;60;p14"/>
          <p:cNvGrpSpPr/>
          <p:nvPr/>
        </p:nvGrpSpPr>
        <p:grpSpPr>
          <a:xfrm>
            <a:off x="-593013" y="1941581"/>
            <a:ext cx="462172" cy="1190923"/>
            <a:chOff x="-790684" y="26356"/>
            <a:chExt cx="616229" cy="1587897"/>
          </a:xfrm>
        </p:grpSpPr>
        <p:sp>
          <p:nvSpPr>
            <p:cNvPr id="61" name="Google Shape;61;p14"/>
            <p:cNvSpPr/>
            <p:nvPr/>
          </p:nvSpPr>
          <p:spPr>
            <a:xfrm>
              <a:off x="-420676" y="27573"/>
              <a:ext cx="246221" cy="246221"/>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2" name="Google Shape;62;p14"/>
            <p:cNvSpPr/>
            <p:nvPr/>
          </p:nvSpPr>
          <p:spPr>
            <a:xfrm>
              <a:off x="-420677" y="272577"/>
              <a:ext cx="246221" cy="246221"/>
            </a:xfrm>
            <a:prstGeom prst="rect">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 name="Google Shape;63;p14"/>
            <p:cNvSpPr/>
            <p:nvPr/>
          </p:nvSpPr>
          <p:spPr>
            <a:xfrm>
              <a:off x="-422027" y="740515"/>
              <a:ext cx="246221" cy="246221"/>
            </a:xfrm>
            <a:prstGeom prst="rect">
              <a:avLst/>
            </a:prstGeom>
            <a:solidFill>
              <a:srgbClr val="3F755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4" name="Google Shape;64;p14"/>
            <p:cNvSpPr/>
            <p:nvPr/>
          </p:nvSpPr>
          <p:spPr>
            <a:xfrm>
              <a:off x="-422027" y="984911"/>
              <a:ext cx="246221" cy="246221"/>
            </a:xfrm>
            <a:prstGeom prst="rect">
              <a:avLst/>
            </a:prstGeom>
            <a:solidFill>
              <a:srgbClr val="5A957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5" name="Google Shape;65;p14"/>
            <p:cNvSpPr/>
            <p:nvPr/>
          </p:nvSpPr>
          <p:spPr>
            <a:xfrm>
              <a:off x="-790009" y="26356"/>
              <a:ext cx="246221" cy="246221"/>
            </a:xfrm>
            <a:prstGeom prst="rect">
              <a:avLst/>
            </a:prstGeom>
            <a:solidFill>
              <a:srgbClr val="B8935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 name="Google Shape;66;p14"/>
            <p:cNvSpPr/>
            <p:nvPr/>
          </p:nvSpPr>
          <p:spPr>
            <a:xfrm>
              <a:off x="-790009" y="248073"/>
              <a:ext cx="246221" cy="246221"/>
            </a:xfrm>
            <a:prstGeom prst="rect">
              <a:avLst/>
            </a:prstGeom>
            <a:solidFill>
              <a:srgbClr val="D4A5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7" name="Google Shape;67;p14"/>
            <p:cNvSpPr/>
            <p:nvPr/>
          </p:nvSpPr>
          <p:spPr>
            <a:xfrm>
              <a:off x="-790684" y="494294"/>
              <a:ext cx="246221" cy="246221"/>
            </a:xfrm>
            <a:prstGeom prst="rect">
              <a:avLst/>
            </a:prstGeom>
            <a:solidFill>
              <a:srgbClr val="E6B78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8" name="Google Shape;68;p14"/>
            <p:cNvSpPr/>
            <p:nvPr/>
          </p:nvSpPr>
          <p:spPr>
            <a:xfrm>
              <a:off x="-420678" y="518190"/>
              <a:ext cx="246221" cy="246221"/>
            </a:xfrm>
            <a:prstGeom prst="rect">
              <a:avLst/>
            </a:prstGeom>
            <a:solidFill>
              <a:srgbClr val="2D5A4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 name="Google Shape;69;p14"/>
            <p:cNvSpPr/>
            <p:nvPr/>
          </p:nvSpPr>
          <p:spPr>
            <a:xfrm>
              <a:off x="-422027" y="1223588"/>
              <a:ext cx="246221" cy="246221"/>
            </a:xfrm>
            <a:prstGeom prst="rect">
              <a:avLst/>
            </a:prstGeom>
            <a:solidFill>
              <a:srgbClr val="77B99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0" name="Google Shape;70;p14"/>
            <p:cNvSpPr/>
            <p:nvPr/>
          </p:nvSpPr>
          <p:spPr>
            <a:xfrm>
              <a:off x="-790009" y="900094"/>
              <a:ext cx="246221" cy="246221"/>
            </a:xfrm>
            <a:prstGeom prst="rect">
              <a:avLst/>
            </a:prstGeom>
            <a:solidFill>
              <a:srgbClr val="7F7F7F"/>
            </a:solidFill>
            <a:ln cap="flat" cmpd="sng" w="1905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1" name="Google Shape;71;p14"/>
            <p:cNvSpPr/>
            <p:nvPr/>
          </p:nvSpPr>
          <p:spPr>
            <a:xfrm>
              <a:off x="-790009" y="1121811"/>
              <a:ext cx="246221" cy="246221"/>
            </a:xfrm>
            <a:prstGeom prst="rect">
              <a:avLst/>
            </a:prstGeom>
            <a:solidFill>
              <a:srgbClr val="BFBFBF"/>
            </a:solidFill>
            <a:ln cap="flat" cmpd="sng" w="19050">
              <a:solidFill>
                <a:srgbClr val="BFBFB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 name="Google Shape;72;p14"/>
            <p:cNvSpPr/>
            <p:nvPr/>
          </p:nvSpPr>
          <p:spPr>
            <a:xfrm>
              <a:off x="-790684" y="1368032"/>
              <a:ext cx="246221" cy="246221"/>
            </a:xfrm>
            <a:prstGeom prst="rect">
              <a:avLst/>
            </a:prstGeom>
            <a:solidFill>
              <a:srgbClr val="F2F2F2"/>
            </a:solidFill>
            <a:ln cap="flat" cmpd="sng" w="19050">
              <a:solidFill>
                <a:srgbClr val="F2F2F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extLst>
    <p:ext uri="{DCECCB84-F9BA-43D5-87BE-67443E8EF086}">
      <p15:sldGuideLst>
        <p15:guide id="1" orient="horz" pos="1620">
          <p15:clr>
            <a:srgbClr val="FBAE40"/>
          </p15:clr>
        </p15:guide>
        <p15:guide id="2" pos="329">
          <p15:clr>
            <a:srgbClr val="FBAE40"/>
          </p15:clr>
        </p15:guide>
        <p15:guide id="3" pos="5431">
          <p15:clr>
            <a:srgbClr val="FBAE40"/>
          </p15:clr>
        </p15:guide>
        <p15:guide id="4" orient="horz" pos="259">
          <p15:clr>
            <a:srgbClr val="FBAE40"/>
          </p15:clr>
        </p15:guide>
        <p15:guide id="5" orient="horz" pos="29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基本スライド">
  <p:cSld name="基本スライド">
    <p:spTree>
      <p:nvGrpSpPr>
        <p:cNvPr id="73" name="Shape 73"/>
        <p:cNvGrpSpPr/>
        <p:nvPr/>
      </p:nvGrpSpPr>
      <p:grpSpPr>
        <a:xfrm>
          <a:off x="0" y="0"/>
          <a:ext cx="0" cy="0"/>
          <a:chOff x="0" y="0"/>
          <a:chExt cx="0" cy="0"/>
        </a:xfrm>
      </p:grpSpPr>
      <p:sp>
        <p:nvSpPr>
          <p:cNvPr id="74" name="Google Shape;74;p15"/>
          <p:cNvSpPr txBox="1"/>
          <p:nvPr>
            <p:ph type="title"/>
          </p:nvPr>
        </p:nvSpPr>
        <p:spPr>
          <a:xfrm>
            <a:off x="255494" y="493981"/>
            <a:ext cx="8640000" cy="666027"/>
          </a:xfrm>
          <a:prstGeom prst="rect">
            <a:avLst/>
          </a:prstGeom>
          <a:noFill/>
          <a:ln>
            <a:noFill/>
          </a:ln>
        </p:spPr>
        <p:txBody>
          <a:bodyPr anchorCtr="0" anchor="t" bIns="34275" lIns="68575" spcFirstLastPara="1" rIns="68575" wrap="square" tIns="34275">
            <a:noAutofit/>
          </a:bodyPr>
          <a:lstStyle>
            <a:lvl1pPr lvl="0" algn="l">
              <a:lnSpc>
                <a:spcPct val="90000"/>
              </a:lnSpc>
              <a:spcBef>
                <a:spcPts val="0"/>
              </a:spcBef>
              <a:spcAft>
                <a:spcPts val="0"/>
              </a:spcAft>
              <a:buClr>
                <a:schemeClr val="dk1"/>
              </a:buClr>
              <a:buSzPts val="1800"/>
              <a:buFont typeface="Arial"/>
              <a:buNone/>
              <a:defRPr b="1" sz="180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5"/>
          <p:cNvSpPr txBox="1"/>
          <p:nvPr>
            <p:ph idx="1" type="body"/>
          </p:nvPr>
        </p:nvSpPr>
        <p:spPr>
          <a:xfrm>
            <a:off x="255494" y="1237129"/>
            <a:ext cx="8640000" cy="3456000"/>
          </a:xfrm>
          <a:prstGeom prst="rect">
            <a:avLst/>
          </a:prstGeom>
          <a:noFill/>
          <a:ln>
            <a:noFill/>
          </a:ln>
        </p:spPr>
        <p:txBody>
          <a:bodyPr anchorCtr="0" anchor="t" bIns="34275" lIns="68575" spcFirstLastPara="1" rIns="68575" wrap="square" tIns="34275">
            <a:noAutofit/>
          </a:bodyPr>
          <a:lstStyle>
            <a:lvl1pPr indent="-298450" lvl="0" marL="457200" algn="l">
              <a:lnSpc>
                <a:spcPct val="100000"/>
              </a:lnSpc>
              <a:spcBef>
                <a:spcPts val="800"/>
              </a:spcBef>
              <a:spcAft>
                <a:spcPts val="0"/>
              </a:spcAft>
              <a:buClr>
                <a:schemeClr val="dk1"/>
              </a:buClr>
              <a:buSzPts val="1100"/>
              <a:buFont typeface="Noto Sans Symbols"/>
              <a:buChar char="■"/>
              <a:defRPr sz="1100">
                <a:latin typeface="Arial"/>
                <a:ea typeface="Arial"/>
                <a:cs typeface="Arial"/>
                <a:sym typeface="Arial"/>
              </a:defRPr>
            </a:lvl1pPr>
            <a:lvl2pPr indent="-298450" lvl="1" marL="914400" algn="l">
              <a:lnSpc>
                <a:spcPct val="100000"/>
              </a:lnSpc>
              <a:spcBef>
                <a:spcPts val="400"/>
              </a:spcBef>
              <a:spcAft>
                <a:spcPts val="0"/>
              </a:spcAft>
              <a:buClr>
                <a:schemeClr val="dk1"/>
              </a:buClr>
              <a:buSzPts val="1100"/>
              <a:buFont typeface="Noto Sans Symbols"/>
              <a:buChar char="⮚"/>
              <a:defRPr sz="1100">
                <a:latin typeface="Arial"/>
                <a:ea typeface="Arial"/>
                <a:cs typeface="Arial"/>
                <a:sym typeface="Arial"/>
              </a:defRPr>
            </a:lvl2pPr>
            <a:lvl3pPr indent="-298450" lvl="2" marL="1371600" algn="l">
              <a:lnSpc>
                <a:spcPct val="100000"/>
              </a:lnSpc>
              <a:spcBef>
                <a:spcPts val="400"/>
              </a:spcBef>
              <a:spcAft>
                <a:spcPts val="0"/>
              </a:spcAft>
              <a:buClr>
                <a:schemeClr val="dk1"/>
              </a:buClr>
              <a:buSzPts val="1100"/>
              <a:buFont typeface="Noto Sans Symbols"/>
              <a:buChar char="✔"/>
              <a:defRPr sz="1100">
                <a:latin typeface="Arial"/>
                <a:ea typeface="Arial"/>
                <a:cs typeface="Arial"/>
                <a:sym typeface="Arial"/>
              </a:defRPr>
            </a:lvl3pPr>
            <a:lvl4pPr indent="-298450" lvl="3" marL="1828800" algn="l">
              <a:lnSpc>
                <a:spcPct val="100000"/>
              </a:lnSpc>
              <a:spcBef>
                <a:spcPts val="400"/>
              </a:spcBef>
              <a:spcAft>
                <a:spcPts val="0"/>
              </a:spcAft>
              <a:buClr>
                <a:schemeClr val="dk1"/>
              </a:buClr>
              <a:buSzPts val="1100"/>
              <a:buChar char="•"/>
              <a:defRPr sz="1100">
                <a:latin typeface="Arial"/>
                <a:ea typeface="Arial"/>
                <a:cs typeface="Arial"/>
                <a:sym typeface="Arial"/>
              </a:defRPr>
            </a:lvl4pPr>
            <a:lvl5pPr indent="-298450" lvl="4" marL="2286000" algn="l">
              <a:lnSpc>
                <a:spcPct val="100000"/>
              </a:lnSpc>
              <a:spcBef>
                <a:spcPts val="400"/>
              </a:spcBef>
              <a:spcAft>
                <a:spcPts val="0"/>
              </a:spcAft>
              <a:buClr>
                <a:schemeClr val="dk1"/>
              </a:buClr>
              <a:buSzPts val="1100"/>
              <a:buChar char="•"/>
              <a:defRPr sz="1100">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cxnSp>
        <p:nvCxnSpPr>
          <p:cNvPr id="76" name="Google Shape;76;p15"/>
          <p:cNvCxnSpPr/>
          <p:nvPr/>
        </p:nvCxnSpPr>
        <p:spPr>
          <a:xfrm>
            <a:off x="251221" y="431800"/>
            <a:ext cx="8644009" cy="0"/>
          </a:xfrm>
          <a:prstGeom prst="straightConnector1">
            <a:avLst/>
          </a:prstGeom>
          <a:noFill/>
          <a:ln cap="flat" cmpd="sng" w="19050">
            <a:solidFill>
              <a:schemeClr val="accent5"/>
            </a:solidFill>
            <a:prstDash val="solid"/>
            <a:miter lim="8000"/>
            <a:headEnd len="sm" w="sm" type="none"/>
            <a:tailEnd len="sm" w="sm" type="none"/>
          </a:ln>
        </p:spPr>
      </p:cxnSp>
      <p:sp>
        <p:nvSpPr>
          <p:cNvPr id="77" name="Google Shape;77;p15"/>
          <p:cNvSpPr txBox="1"/>
          <p:nvPr>
            <p:ph idx="2" type="body"/>
          </p:nvPr>
        </p:nvSpPr>
        <p:spPr>
          <a:xfrm>
            <a:off x="255494" y="4764254"/>
            <a:ext cx="8640000" cy="285116"/>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787878"/>
              </a:buClr>
              <a:buSzPts val="800"/>
              <a:buNone/>
              <a:defRPr sz="800">
                <a:solidFill>
                  <a:srgbClr val="787878"/>
                </a:solidFill>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5"/>
          <p:cNvSpPr txBox="1"/>
          <p:nvPr/>
        </p:nvSpPr>
        <p:spPr>
          <a:xfrm>
            <a:off x="8329359" y="4886123"/>
            <a:ext cx="737680" cy="1620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ja" sz="900" u="none" cap="none" strike="noStrike">
                <a:solidFill>
                  <a:srgbClr val="787878"/>
                </a:solidFill>
                <a:latin typeface="Arial"/>
                <a:ea typeface="Arial"/>
                <a:cs typeface="Arial"/>
                <a:sym typeface="Arial"/>
              </a:rPr>
              <a:t>‹#›</a:t>
            </a:fld>
            <a:endParaRPr b="0" i="0" sz="900" u="none" cap="none" strike="noStrike">
              <a:solidFill>
                <a:srgbClr val="787878"/>
              </a:solidFill>
              <a:latin typeface="Arial"/>
              <a:ea typeface="Arial"/>
              <a:cs typeface="Arial"/>
              <a:sym typeface="Arial"/>
            </a:endParaRPr>
          </a:p>
        </p:txBody>
      </p:sp>
      <p:sp>
        <p:nvSpPr>
          <p:cNvPr id="79" name="Google Shape;79;p15"/>
          <p:cNvSpPr txBox="1"/>
          <p:nvPr>
            <p:ph idx="11" type="ftr"/>
          </p:nvPr>
        </p:nvSpPr>
        <p:spPr>
          <a:xfrm>
            <a:off x="7408356" y="4886123"/>
            <a:ext cx="1439689" cy="1620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5"/>
          <p:cNvSpPr txBox="1"/>
          <p:nvPr>
            <p:ph idx="3" type="body"/>
          </p:nvPr>
        </p:nvSpPr>
        <p:spPr>
          <a:xfrm>
            <a:off x="255229" y="175418"/>
            <a:ext cx="8640000" cy="194210"/>
          </a:xfrm>
          <a:prstGeom prst="rect">
            <a:avLst/>
          </a:prstGeom>
          <a:noFill/>
          <a:ln>
            <a:noFill/>
          </a:ln>
        </p:spPr>
        <p:txBody>
          <a:bodyPr anchorCtr="0" anchor="ctr" bIns="34275" lIns="68575" spcFirstLastPara="1" rIns="68575" wrap="square" tIns="34275">
            <a:noAutofit/>
          </a:bodyPr>
          <a:lstStyle>
            <a:lvl1pPr indent="-228600" lvl="0" marL="457200" algn="l">
              <a:lnSpc>
                <a:spcPct val="100000"/>
              </a:lnSpc>
              <a:spcBef>
                <a:spcPts val="800"/>
              </a:spcBef>
              <a:spcAft>
                <a:spcPts val="0"/>
              </a:spcAft>
              <a:buClr>
                <a:schemeClr val="accent1"/>
              </a:buClr>
              <a:buSzPts val="1100"/>
              <a:buNone/>
              <a:defRPr b="1" sz="1100">
                <a:solidFill>
                  <a:schemeClr val="accent1"/>
                </a:solidFill>
                <a:latin typeface="Arial"/>
                <a:ea typeface="Arial"/>
                <a:cs typeface="Arial"/>
                <a:sym typeface="Arial"/>
              </a:defRPr>
            </a:lvl1pPr>
            <a:lvl2pPr indent="-298450" lvl="1" marL="914400" algn="l">
              <a:lnSpc>
                <a:spcPct val="100000"/>
              </a:lnSpc>
              <a:spcBef>
                <a:spcPts val="400"/>
              </a:spcBef>
              <a:spcAft>
                <a:spcPts val="0"/>
              </a:spcAft>
              <a:buClr>
                <a:schemeClr val="dk1"/>
              </a:buClr>
              <a:buSzPts val="1100"/>
              <a:buChar char="•"/>
              <a:defRPr sz="1100">
                <a:latin typeface="Arial"/>
                <a:ea typeface="Arial"/>
                <a:cs typeface="Arial"/>
                <a:sym typeface="Arial"/>
              </a:defRPr>
            </a:lvl2pPr>
            <a:lvl3pPr indent="-298450" lvl="2" marL="1371600" algn="l">
              <a:lnSpc>
                <a:spcPct val="100000"/>
              </a:lnSpc>
              <a:spcBef>
                <a:spcPts val="400"/>
              </a:spcBef>
              <a:spcAft>
                <a:spcPts val="0"/>
              </a:spcAft>
              <a:buClr>
                <a:schemeClr val="dk1"/>
              </a:buClr>
              <a:buSzPts val="1100"/>
              <a:buChar char="•"/>
              <a:defRPr sz="1100">
                <a:latin typeface="Arial"/>
                <a:ea typeface="Arial"/>
                <a:cs typeface="Arial"/>
                <a:sym typeface="Arial"/>
              </a:defRPr>
            </a:lvl3pPr>
            <a:lvl4pPr indent="-298450" lvl="3" marL="1828800" algn="l">
              <a:lnSpc>
                <a:spcPct val="100000"/>
              </a:lnSpc>
              <a:spcBef>
                <a:spcPts val="400"/>
              </a:spcBef>
              <a:spcAft>
                <a:spcPts val="0"/>
              </a:spcAft>
              <a:buClr>
                <a:schemeClr val="dk1"/>
              </a:buClr>
              <a:buSzPts val="1100"/>
              <a:buChar char="•"/>
              <a:defRPr sz="1100">
                <a:latin typeface="Arial"/>
                <a:ea typeface="Arial"/>
                <a:cs typeface="Arial"/>
                <a:sym typeface="Arial"/>
              </a:defRPr>
            </a:lvl4pPr>
            <a:lvl5pPr indent="-298450" lvl="4" marL="2286000" algn="l">
              <a:lnSpc>
                <a:spcPct val="100000"/>
              </a:lnSpc>
              <a:spcBef>
                <a:spcPts val="400"/>
              </a:spcBef>
              <a:spcAft>
                <a:spcPts val="0"/>
              </a:spcAft>
              <a:buClr>
                <a:schemeClr val="dk1"/>
              </a:buClr>
              <a:buSzPts val="1100"/>
              <a:buChar char="•"/>
              <a:defRPr sz="1100">
                <a:latin typeface="Arial"/>
                <a:ea typeface="Arial"/>
                <a:cs typeface="Arial"/>
                <a:sym typeface="Aria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grpSp>
        <p:nvGrpSpPr>
          <p:cNvPr id="81" name="Google Shape;81;p15"/>
          <p:cNvGrpSpPr/>
          <p:nvPr/>
        </p:nvGrpSpPr>
        <p:grpSpPr>
          <a:xfrm>
            <a:off x="-593013" y="1941581"/>
            <a:ext cx="462172" cy="1190923"/>
            <a:chOff x="-790684" y="26356"/>
            <a:chExt cx="616229" cy="1587897"/>
          </a:xfrm>
        </p:grpSpPr>
        <p:sp>
          <p:nvSpPr>
            <p:cNvPr id="82" name="Google Shape;82;p15"/>
            <p:cNvSpPr/>
            <p:nvPr/>
          </p:nvSpPr>
          <p:spPr>
            <a:xfrm>
              <a:off x="-420676" y="27573"/>
              <a:ext cx="246221" cy="246221"/>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3" name="Google Shape;83;p15"/>
            <p:cNvSpPr/>
            <p:nvPr/>
          </p:nvSpPr>
          <p:spPr>
            <a:xfrm>
              <a:off x="-420677" y="272577"/>
              <a:ext cx="246221" cy="246221"/>
            </a:xfrm>
            <a:prstGeom prst="rect">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4" name="Google Shape;84;p15"/>
            <p:cNvSpPr/>
            <p:nvPr/>
          </p:nvSpPr>
          <p:spPr>
            <a:xfrm>
              <a:off x="-422027" y="740515"/>
              <a:ext cx="246221" cy="246221"/>
            </a:xfrm>
            <a:prstGeom prst="rect">
              <a:avLst/>
            </a:prstGeom>
            <a:solidFill>
              <a:srgbClr val="3F755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5" name="Google Shape;85;p15"/>
            <p:cNvSpPr/>
            <p:nvPr/>
          </p:nvSpPr>
          <p:spPr>
            <a:xfrm>
              <a:off x="-422027" y="984911"/>
              <a:ext cx="246221" cy="246221"/>
            </a:xfrm>
            <a:prstGeom prst="rect">
              <a:avLst/>
            </a:prstGeom>
            <a:solidFill>
              <a:srgbClr val="5A957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6" name="Google Shape;86;p15"/>
            <p:cNvSpPr/>
            <p:nvPr/>
          </p:nvSpPr>
          <p:spPr>
            <a:xfrm>
              <a:off x="-790009" y="26356"/>
              <a:ext cx="246221" cy="246221"/>
            </a:xfrm>
            <a:prstGeom prst="rect">
              <a:avLst/>
            </a:prstGeom>
            <a:solidFill>
              <a:srgbClr val="B8935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7" name="Google Shape;87;p15"/>
            <p:cNvSpPr/>
            <p:nvPr/>
          </p:nvSpPr>
          <p:spPr>
            <a:xfrm>
              <a:off x="-790009" y="248073"/>
              <a:ext cx="246221" cy="246221"/>
            </a:xfrm>
            <a:prstGeom prst="rect">
              <a:avLst/>
            </a:prstGeom>
            <a:solidFill>
              <a:srgbClr val="D4A5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8" name="Google Shape;88;p15"/>
            <p:cNvSpPr/>
            <p:nvPr/>
          </p:nvSpPr>
          <p:spPr>
            <a:xfrm>
              <a:off x="-790684" y="494294"/>
              <a:ext cx="246221" cy="246221"/>
            </a:xfrm>
            <a:prstGeom prst="rect">
              <a:avLst/>
            </a:prstGeom>
            <a:solidFill>
              <a:srgbClr val="E6B78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9" name="Google Shape;89;p15"/>
            <p:cNvSpPr/>
            <p:nvPr/>
          </p:nvSpPr>
          <p:spPr>
            <a:xfrm>
              <a:off x="-420678" y="518190"/>
              <a:ext cx="246221" cy="246221"/>
            </a:xfrm>
            <a:prstGeom prst="rect">
              <a:avLst/>
            </a:prstGeom>
            <a:solidFill>
              <a:srgbClr val="2D5A4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 name="Google Shape;90;p15"/>
            <p:cNvSpPr/>
            <p:nvPr/>
          </p:nvSpPr>
          <p:spPr>
            <a:xfrm>
              <a:off x="-422027" y="1223588"/>
              <a:ext cx="246221" cy="246221"/>
            </a:xfrm>
            <a:prstGeom prst="rect">
              <a:avLst/>
            </a:prstGeom>
            <a:solidFill>
              <a:srgbClr val="77B99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1" name="Google Shape;91;p15"/>
            <p:cNvSpPr/>
            <p:nvPr/>
          </p:nvSpPr>
          <p:spPr>
            <a:xfrm>
              <a:off x="-790009" y="900094"/>
              <a:ext cx="246221" cy="246221"/>
            </a:xfrm>
            <a:prstGeom prst="rect">
              <a:avLst/>
            </a:prstGeom>
            <a:solidFill>
              <a:srgbClr val="7F7F7F"/>
            </a:solidFill>
            <a:ln cap="flat" cmpd="sng" w="1905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2" name="Google Shape;92;p15"/>
            <p:cNvSpPr/>
            <p:nvPr/>
          </p:nvSpPr>
          <p:spPr>
            <a:xfrm>
              <a:off x="-790009" y="1121811"/>
              <a:ext cx="246221" cy="246221"/>
            </a:xfrm>
            <a:prstGeom prst="rect">
              <a:avLst/>
            </a:prstGeom>
            <a:solidFill>
              <a:srgbClr val="BFBFBF"/>
            </a:solidFill>
            <a:ln cap="flat" cmpd="sng" w="19050">
              <a:solidFill>
                <a:srgbClr val="BFBFB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3" name="Google Shape;93;p15"/>
            <p:cNvSpPr/>
            <p:nvPr/>
          </p:nvSpPr>
          <p:spPr>
            <a:xfrm>
              <a:off x="-790684" y="1368032"/>
              <a:ext cx="246221" cy="246221"/>
            </a:xfrm>
            <a:prstGeom prst="rect">
              <a:avLst/>
            </a:prstGeom>
            <a:solidFill>
              <a:srgbClr val="F2F2F2"/>
            </a:solidFill>
            <a:ln cap="flat" cmpd="sng" w="19050">
              <a:solidFill>
                <a:srgbClr val="F2F2F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extLst>
    <p:ext uri="{DCECCB84-F9BA-43D5-87BE-67443E8EF086}">
      <p15:sldGuideLst>
        <p15:guide id="1" orient="horz" pos="1620">
          <p15:clr>
            <a:srgbClr val="FBAE40"/>
          </p15:clr>
        </p15:guide>
        <p15:guide id="2" pos="2880">
          <p15:clr>
            <a:srgbClr val="FBAE40"/>
          </p15:clr>
        </p15:guide>
        <p15:guide id="3" orient="horz" pos="107">
          <p15:clr>
            <a:srgbClr val="FBAE40"/>
          </p15:clr>
        </p15:guide>
        <p15:guide id="4" pos="2955">
          <p15:clr>
            <a:srgbClr val="FBAE40"/>
          </p15:clr>
        </p15:guide>
        <p15:guide id="5" pos="2795">
          <p15:clr>
            <a:srgbClr val="FBAE40"/>
          </p15:clr>
        </p15:guide>
        <p15:guide id="6" orient="horz" pos="242">
          <p15:clr>
            <a:srgbClr val="FBAE40"/>
          </p15:clr>
        </p15:guide>
        <p15:guide id="7" orient="horz" pos="2964">
          <p15:clr>
            <a:srgbClr val="FBAE40"/>
          </p15:clr>
        </p15:guide>
        <p15:guide id="8" pos="5602">
          <p15:clr>
            <a:srgbClr val="FBAE40"/>
          </p15:clr>
        </p15:guide>
        <p15:guide id="9" pos="158">
          <p15:clr>
            <a:srgbClr val="FBAE40"/>
          </p15:clr>
        </p15:guide>
        <p15:guide id="10" orient="horz" pos="3185">
          <p15:clr>
            <a:srgbClr val="FBAE40"/>
          </p15:clr>
        </p15:guide>
        <p15:guide id="11" orient="horz" pos="305">
          <p15:clr>
            <a:srgbClr val="FBAE40"/>
          </p15:clr>
        </p15:guide>
        <p15:guide id="12" orient="horz" pos="2990">
          <p15:clr>
            <a:srgbClr val="FBAE40"/>
          </p15:clr>
        </p15:guide>
        <p15:guide id="13" orient="horz" pos="736">
          <p15:clr>
            <a:srgbClr val="FBAE40"/>
          </p15:clr>
        </p15:guide>
        <p15:guide id="14" orient="horz" pos="76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IDENTIAL" type="blank">
  <p:cSld name="BLANK">
    <p:spTree>
      <p:nvGrpSpPr>
        <p:cNvPr id="94" name="Shape 94"/>
        <p:cNvGrpSpPr/>
        <p:nvPr/>
      </p:nvGrpSpPr>
      <p:grpSpPr>
        <a:xfrm>
          <a:off x="0" y="0"/>
          <a:ext cx="0" cy="0"/>
          <a:chOff x="0" y="0"/>
          <a:chExt cx="0" cy="0"/>
        </a:xfrm>
      </p:grpSpPr>
      <p:sp>
        <p:nvSpPr>
          <p:cNvPr id="95" name="Google Shape;95;p16"/>
          <p:cNvSpPr txBox="1"/>
          <p:nvPr/>
        </p:nvSpPr>
        <p:spPr>
          <a:xfrm>
            <a:off x="7288292" y="102394"/>
            <a:ext cx="1615916" cy="184666"/>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ja" sz="800">
                <a:solidFill>
                  <a:srgbClr val="BFBFBF"/>
                </a:solidFill>
                <a:latin typeface="Arial"/>
                <a:ea typeface="Arial"/>
                <a:cs typeface="Arial"/>
                <a:sym typeface="Arial"/>
              </a:rPr>
              <a:t>Strictly confidential</a:t>
            </a:r>
            <a:endParaRPr sz="800">
              <a:solidFill>
                <a:srgbClr val="BFBFBF"/>
              </a:solidFill>
              <a:latin typeface="Arial"/>
              <a:ea typeface="Arial"/>
              <a:cs typeface="Arial"/>
              <a:sym typeface="Arial"/>
            </a:endParaRPr>
          </a:p>
        </p:txBody>
      </p:sp>
      <p:sp>
        <p:nvSpPr>
          <p:cNvPr id="96" name="Google Shape;96;p16"/>
          <p:cNvSpPr/>
          <p:nvPr/>
        </p:nvSpPr>
        <p:spPr>
          <a:xfrm>
            <a:off x="2666999" y="1333537"/>
            <a:ext cx="3810000" cy="223138"/>
          </a:xfrm>
          <a:prstGeom prst="rect">
            <a:avLst/>
          </a:prstGeom>
          <a:noFill/>
          <a:ln>
            <a:noFill/>
          </a:ln>
        </p:spPr>
        <p:txBody>
          <a:bodyPr anchorCtr="0" anchor="ctr" bIns="19050" lIns="19050" spcFirstLastPara="1" rIns="19050" wrap="square" tIns="19050">
            <a:noAutofit/>
          </a:bodyPr>
          <a:lstStyle/>
          <a:p>
            <a:pPr indent="0" lvl="0" marL="0" marR="0" rtl="0" algn="ctr">
              <a:spcBef>
                <a:spcPts val="0"/>
              </a:spcBef>
              <a:spcAft>
                <a:spcPts val="0"/>
              </a:spcAft>
              <a:buNone/>
            </a:pPr>
            <a:r>
              <a:rPr b="0" lang="ja" sz="1200">
                <a:solidFill>
                  <a:srgbClr val="2C3D50"/>
                </a:solidFill>
                <a:latin typeface="Arial"/>
                <a:ea typeface="Arial"/>
                <a:cs typeface="Arial"/>
                <a:sym typeface="Arial"/>
              </a:rPr>
              <a:t>CONFIDENTIAL</a:t>
            </a:r>
            <a:endParaRPr sz="1100"/>
          </a:p>
        </p:txBody>
      </p:sp>
      <p:sp>
        <p:nvSpPr>
          <p:cNvPr id="97" name="Google Shape;97;p16"/>
          <p:cNvSpPr/>
          <p:nvPr/>
        </p:nvSpPr>
        <p:spPr>
          <a:xfrm>
            <a:off x="2610507" y="1915681"/>
            <a:ext cx="3922986" cy="1312138"/>
          </a:xfrm>
          <a:prstGeom prst="rect">
            <a:avLst/>
          </a:prstGeom>
          <a:solidFill>
            <a:schemeClr val="lt1"/>
          </a:solidFill>
          <a:ln>
            <a:noFill/>
          </a:ln>
        </p:spPr>
        <p:txBody>
          <a:bodyPr anchorCtr="0" anchor="ctr" bIns="19050" lIns="19050" spcFirstLastPara="1" rIns="19050" wrap="square" tIns="19050">
            <a:noAutofit/>
          </a:bodyPr>
          <a:lstStyle/>
          <a:p>
            <a:pPr indent="0" lvl="0" marL="0" marR="0" rtl="0" algn="l">
              <a:lnSpc>
                <a:spcPct val="120000"/>
              </a:lnSpc>
              <a:spcBef>
                <a:spcPts val="0"/>
              </a:spcBef>
              <a:spcAft>
                <a:spcPts val="0"/>
              </a:spcAft>
              <a:buNone/>
            </a:pPr>
            <a:r>
              <a:rPr b="0" i="0" lang="ja" sz="800">
                <a:solidFill>
                  <a:srgbClr val="7E8C8D"/>
                </a:solidFill>
                <a:latin typeface="Arial"/>
                <a:ea typeface="Arial"/>
                <a:cs typeface="Arial"/>
                <a:sym typeface="Arial"/>
              </a:rPr>
              <a:t>本文書（添付資料を含む）は、boostconsulting株式会社が著作権その他の権利を有する営業秘密（含サプライヤ等第三者が権利を有するもの）です。当社の許可なく複製し利用すること、また漏洩することは「著作権法」「不正競争防止法」によって禁じられております。本資料内の社名・製品名は各社の登録商標です。</a:t>
            </a:r>
            <a:endParaRPr sz="1100"/>
          </a:p>
          <a:p>
            <a:pPr indent="0" lvl="0" marL="0" marR="0" rtl="0" algn="l">
              <a:lnSpc>
                <a:spcPct val="120000"/>
              </a:lnSpc>
              <a:spcBef>
                <a:spcPts val="1700"/>
              </a:spcBef>
              <a:spcAft>
                <a:spcPts val="0"/>
              </a:spcAft>
              <a:buNone/>
            </a:pPr>
            <a:r>
              <a:rPr b="0" i="0" lang="ja" sz="800">
                <a:solidFill>
                  <a:srgbClr val="7E8C8D"/>
                </a:solidFill>
                <a:latin typeface="Arial"/>
                <a:ea typeface="Arial"/>
                <a:cs typeface="Arial"/>
                <a:sym typeface="Arial"/>
              </a:rPr>
              <a:t>また、本資料はboostconsulting株式会社による口頭の説明を補助するために使用されるものであって、本件に関する検討内容や議論の過程を網羅的に掲載しているものではありません。</a:t>
            </a:r>
            <a:endParaRPr sz="1100"/>
          </a:p>
        </p:txBody>
      </p:sp>
      <p:sp>
        <p:nvSpPr>
          <p:cNvPr id="98" name="Google Shape;98;p16"/>
          <p:cNvSpPr/>
          <p:nvPr/>
        </p:nvSpPr>
        <p:spPr>
          <a:xfrm>
            <a:off x="2360886" y="1740479"/>
            <a:ext cx="4422227" cy="1671145"/>
          </a:xfrm>
          <a:prstGeom prst="rect">
            <a:avLst/>
          </a:prstGeom>
          <a:noFill/>
          <a:ln cap="flat" cmpd="sng" w="9525">
            <a:solidFill>
              <a:srgbClr val="7E8C8D"/>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99" name="Google Shape;99;p16"/>
          <p:cNvGrpSpPr/>
          <p:nvPr/>
        </p:nvGrpSpPr>
        <p:grpSpPr>
          <a:xfrm>
            <a:off x="-593013" y="1941581"/>
            <a:ext cx="462172" cy="1190923"/>
            <a:chOff x="-790684" y="26356"/>
            <a:chExt cx="616229" cy="1587897"/>
          </a:xfrm>
        </p:grpSpPr>
        <p:sp>
          <p:nvSpPr>
            <p:cNvPr id="100" name="Google Shape;100;p16"/>
            <p:cNvSpPr/>
            <p:nvPr/>
          </p:nvSpPr>
          <p:spPr>
            <a:xfrm>
              <a:off x="-420676" y="27573"/>
              <a:ext cx="246221" cy="246221"/>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1" name="Google Shape;101;p16"/>
            <p:cNvSpPr/>
            <p:nvPr/>
          </p:nvSpPr>
          <p:spPr>
            <a:xfrm>
              <a:off x="-420677" y="272577"/>
              <a:ext cx="246221" cy="246221"/>
            </a:xfrm>
            <a:prstGeom prst="rect">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2" name="Google Shape;102;p16"/>
            <p:cNvSpPr/>
            <p:nvPr/>
          </p:nvSpPr>
          <p:spPr>
            <a:xfrm>
              <a:off x="-422027" y="740515"/>
              <a:ext cx="246221" cy="246221"/>
            </a:xfrm>
            <a:prstGeom prst="rect">
              <a:avLst/>
            </a:prstGeom>
            <a:solidFill>
              <a:srgbClr val="3F755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3" name="Google Shape;103;p16"/>
            <p:cNvSpPr/>
            <p:nvPr/>
          </p:nvSpPr>
          <p:spPr>
            <a:xfrm>
              <a:off x="-422027" y="984911"/>
              <a:ext cx="246221" cy="246221"/>
            </a:xfrm>
            <a:prstGeom prst="rect">
              <a:avLst/>
            </a:prstGeom>
            <a:solidFill>
              <a:srgbClr val="5A957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4" name="Google Shape;104;p16"/>
            <p:cNvSpPr/>
            <p:nvPr/>
          </p:nvSpPr>
          <p:spPr>
            <a:xfrm>
              <a:off x="-790009" y="26356"/>
              <a:ext cx="246221" cy="246221"/>
            </a:xfrm>
            <a:prstGeom prst="rect">
              <a:avLst/>
            </a:prstGeom>
            <a:solidFill>
              <a:srgbClr val="B8935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5" name="Google Shape;105;p16"/>
            <p:cNvSpPr/>
            <p:nvPr/>
          </p:nvSpPr>
          <p:spPr>
            <a:xfrm>
              <a:off x="-790009" y="248073"/>
              <a:ext cx="246221" cy="246221"/>
            </a:xfrm>
            <a:prstGeom prst="rect">
              <a:avLst/>
            </a:prstGeom>
            <a:solidFill>
              <a:srgbClr val="D4A5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6" name="Google Shape;106;p16"/>
            <p:cNvSpPr/>
            <p:nvPr/>
          </p:nvSpPr>
          <p:spPr>
            <a:xfrm>
              <a:off x="-790684" y="494294"/>
              <a:ext cx="246221" cy="246221"/>
            </a:xfrm>
            <a:prstGeom prst="rect">
              <a:avLst/>
            </a:prstGeom>
            <a:solidFill>
              <a:srgbClr val="E6B78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7" name="Google Shape;107;p16"/>
            <p:cNvSpPr/>
            <p:nvPr/>
          </p:nvSpPr>
          <p:spPr>
            <a:xfrm>
              <a:off x="-420678" y="518190"/>
              <a:ext cx="246221" cy="246221"/>
            </a:xfrm>
            <a:prstGeom prst="rect">
              <a:avLst/>
            </a:prstGeom>
            <a:solidFill>
              <a:srgbClr val="2D5A4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8" name="Google Shape;108;p16"/>
            <p:cNvSpPr/>
            <p:nvPr/>
          </p:nvSpPr>
          <p:spPr>
            <a:xfrm>
              <a:off x="-422027" y="1223588"/>
              <a:ext cx="246221" cy="246221"/>
            </a:xfrm>
            <a:prstGeom prst="rect">
              <a:avLst/>
            </a:prstGeom>
            <a:solidFill>
              <a:srgbClr val="77B99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9" name="Google Shape;109;p16"/>
            <p:cNvSpPr/>
            <p:nvPr/>
          </p:nvSpPr>
          <p:spPr>
            <a:xfrm>
              <a:off x="-790009" y="900094"/>
              <a:ext cx="246221" cy="246221"/>
            </a:xfrm>
            <a:prstGeom prst="rect">
              <a:avLst/>
            </a:prstGeom>
            <a:solidFill>
              <a:srgbClr val="7F7F7F"/>
            </a:solidFill>
            <a:ln cap="flat" cmpd="sng" w="1905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0" name="Google Shape;110;p16"/>
            <p:cNvSpPr/>
            <p:nvPr/>
          </p:nvSpPr>
          <p:spPr>
            <a:xfrm>
              <a:off x="-790009" y="1121811"/>
              <a:ext cx="246221" cy="246221"/>
            </a:xfrm>
            <a:prstGeom prst="rect">
              <a:avLst/>
            </a:prstGeom>
            <a:solidFill>
              <a:srgbClr val="BFBFBF"/>
            </a:solidFill>
            <a:ln cap="flat" cmpd="sng" w="19050">
              <a:solidFill>
                <a:srgbClr val="BFBFB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1" name="Google Shape;111;p16"/>
            <p:cNvSpPr/>
            <p:nvPr/>
          </p:nvSpPr>
          <p:spPr>
            <a:xfrm>
              <a:off x="-790684" y="1368032"/>
              <a:ext cx="246221" cy="246221"/>
            </a:xfrm>
            <a:prstGeom prst="rect">
              <a:avLst/>
            </a:prstGeom>
            <a:solidFill>
              <a:srgbClr val="F2F2F2"/>
            </a:solidFill>
            <a:ln cap="flat" cmpd="sng" w="19050">
              <a:solidFill>
                <a:srgbClr val="F2F2F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sp>
        <p:nvSpPr>
          <p:cNvPr id="112" name="Google Shape;112;p16"/>
          <p:cNvSpPr txBox="1"/>
          <p:nvPr>
            <p:ph idx="11" type="ftr"/>
          </p:nvPr>
        </p:nvSpPr>
        <p:spPr>
          <a:xfrm>
            <a:off x="7408356" y="4886123"/>
            <a:ext cx="1439689" cy="1620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16"/>
          <p:cNvSpPr txBox="1"/>
          <p:nvPr/>
        </p:nvSpPr>
        <p:spPr>
          <a:xfrm>
            <a:off x="8329359" y="4886123"/>
            <a:ext cx="737680" cy="1620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lang="ja" sz="900">
                <a:solidFill>
                  <a:srgbClr val="787878"/>
                </a:solidFill>
                <a:latin typeface="Arial"/>
                <a:ea typeface="Arial"/>
                <a:cs typeface="Arial"/>
                <a:sym typeface="Arial"/>
              </a:rPr>
              <a:t>‹#›</a:t>
            </a:fld>
            <a:endParaRPr sz="900">
              <a:solidFill>
                <a:srgbClr val="787878"/>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p:cSld name="END">
    <p:spTree>
      <p:nvGrpSpPr>
        <p:cNvPr id="114" name="Shape 114"/>
        <p:cNvGrpSpPr/>
        <p:nvPr/>
      </p:nvGrpSpPr>
      <p:grpSpPr>
        <a:xfrm>
          <a:off x="0" y="0"/>
          <a:ext cx="0" cy="0"/>
          <a:chOff x="0" y="0"/>
          <a:chExt cx="0" cy="0"/>
        </a:xfrm>
      </p:grpSpPr>
      <p:sp>
        <p:nvSpPr>
          <p:cNvPr id="115" name="Google Shape;115;p17"/>
          <p:cNvSpPr txBox="1"/>
          <p:nvPr/>
        </p:nvSpPr>
        <p:spPr>
          <a:xfrm>
            <a:off x="7288292" y="102394"/>
            <a:ext cx="1615916" cy="184666"/>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ja" sz="800">
                <a:solidFill>
                  <a:srgbClr val="BFBFBF"/>
                </a:solidFill>
                <a:latin typeface="Arial"/>
                <a:ea typeface="Arial"/>
                <a:cs typeface="Arial"/>
                <a:sym typeface="Arial"/>
              </a:rPr>
              <a:t>Strictly confidential</a:t>
            </a:r>
            <a:endParaRPr sz="800">
              <a:solidFill>
                <a:srgbClr val="BFBFBF"/>
              </a:solidFill>
              <a:latin typeface="Arial"/>
              <a:ea typeface="Arial"/>
              <a:cs typeface="Arial"/>
              <a:sym typeface="Arial"/>
            </a:endParaRPr>
          </a:p>
        </p:txBody>
      </p:sp>
      <p:sp>
        <p:nvSpPr>
          <p:cNvPr id="116" name="Google Shape;116;p17"/>
          <p:cNvSpPr/>
          <p:nvPr/>
        </p:nvSpPr>
        <p:spPr>
          <a:xfrm>
            <a:off x="-315507" y="20680"/>
            <a:ext cx="184666" cy="184666"/>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7" name="Google Shape;117;p17"/>
          <p:cNvSpPr/>
          <p:nvPr/>
        </p:nvSpPr>
        <p:spPr>
          <a:xfrm>
            <a:off x="-315508" y="204433"/>
            <a:ext cx="184666" cy="184666"/>
          </a:xfrm>
          <a:prstGeom prst="rect">
            <a:avLst/>
          </a:prstGeom>
          <a:solidFill>
            <a:srgbClr val="2C3D5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8" name="Google Shape;118;p17"/>
          <p:cNvSpPr/>
          <p:nvPr/>
        </p:nvSpPr>
        <p:spPr>
          <a:xfrm>
            <a:off x="-316520" y="555386"/>
            <a:ext cx="184666" cy="184666"/>
          </a:xfrm>
          <a:prstGeom prst="rect">
            <a:avLst/>
          </a:prstGeom>
          <a:solidFill>
            <a:srgbClr val="B4002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9" name="Google Shape;119;p17"/>
          <p:cNvSpPr/>
          <p:nvPr/>
        </p:nvSpPr>
        <p:spPr>
          <a:xfrm>
            <a:off x="-316520" y="738683"/>
            <a:ext cx="184666" cy="184666"/>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0" name="Google Shape;120;p17"/>
          <p:cNvSpPr/>
          <p:nvPr/>
        </p:nvSpPr>
        <p:spPr>
          <a:xfrm>
            <a:off x="-592507" y="19767"/>
            <a:ext cx="184666" cy="184666"/>
          </a:xfrm>
          <a:prstGeom prst="rect">
            <a:avLst/>
          </a:prstGeom>
          <a:solidFill>
            <a:srgbClr val="7F7F7F"/>
          </a:solidFill>
          <a:ln cap="flat" cmpd="sng" w="1905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1" name="Google Shape;121;p17"/>
          <p:cNvSpPr/>
          <p:nvPr/>
        </p:nvSpPr>
        <p:spPr>
          <a:xfrm>
            <a:off x="-592507" y="186055"/>
            <a:ext cx="184666" cy="184666"/>
          </a:xfrm>
          <a:prstGeom prst="rect">
            <a:avLst/>
          </a:prstGeom>
          <a:solidFill>
            <a:srgbClr val="BFBFBF"/>
          </a:solidFill>
          <a:ln cap="flat" cmpd="sng" w="19050">
            <a:solidFill>
              <a:srgbClr val="BFBFB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 name="Google Shape;122;p17"/>
          <p:cNvSpPr/>
          <p:nvPr/>
        </p:nvSpPr>
        <p:spPr>
          <a:xfrm>
            <a:off x="-593013" y="370721"/>
            <a:ext cx="184666" cy="184666"/>
          </a:xfrm>
          <a:prstGeom prst="rect">
            <a:avLst/>
          </a:prstGeom>
          <a:solidFill>
            <a:srgbClr val="F2F2F2"/>
          </a:solidFill>
          <a:ln cap="flat" cmpd="sng" w="19050">
            <a:solidFill>
              <a:srgbClr val="F2F2F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3" name="Google Shape;123;p17"/>
          <p:cNvSpPr/>
          <p:nvPr/>
        </p:nvSpPr>
        <p:spPr>
          <a:xfrm>
            <a:off x="-315508" y="388642"/>
            <a:ext cx="184666" cy="184666"/>
          </a:xfrm>
          <a:prstGeom prst="rect">
            <a:avLst/>
          </a:prstGeom>
          <a:solidFill>
            <a:srgbClr val="7E8C8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4" name="Google Shape;124;p17"/>
          <p:cNvSpPr txBox="1"/>
          <p:nvPr/>
        </p:nvSpPr>
        <p:spPr>
          <a:xfrm>
            <a:off x="3700247" y="2352459"/>
            <a:ext cx="1708641" cy="438581"/>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ja" sz="2400">
                <a:solidFill>
                  <a:srgbClr val="1F302F"/>
                </a:solidFill>
                <a:latin typeface="Arial"/>
                <a:ea typeface="Arial"/>
                <a:cs typeface="Arial"/>
                <a:sym typeface="Arial"/>
              </a:rPr>
              <a:t>End of File</a:t>
            </a:r>
            <a:endParaRPr b="1" sz="2400">
              <a:solidFill>
                <a:srgbClr val="1F302F"/>
              </a:solidFill>
              <a:latin typeface="Arial"/>
              <a:ea typeface="Arial"/>
              <a:cs typeface="Arial"/>
              <a:sym typeface="Arial"/>
            </a:endParaRPr>
          </a:p>
        </p:txBody>
      </p:sp>
      <p:pic>
        <p:nvPicPr>
          <p:cNvPr descr="ロゴ  AI によって生成されたコンテンツは間違っている可能性があります。" id="125" name="Google Shape;125;p17"/>
          <p:cNvPicPr preferRelativeResize="0"/>
          <p:nvPr/>
        </p:nvPicPr>
        <p:blipFill rotWithShape="1">
          <a:blip r:embed="rId2">
            <a:alphaModFix/>
          </a:blip>
          <a:srcRect b="0" l="0" r="0" t="0"/>
          <a:stretch/>
        </p:blipFill>
        <p:spPr>
          <a:xfrm>
            <a:off x="4246561" y="4076693"/>
            <a:ext cx="650879" cy="488738"/>
          </a:xfrm>
          <a:prstGeom prst="rect">
            <a:avLst/>
          </a:prstGeom>
          <a:noFill/>
          <a:ln>
            <a:noFill/>
          </a:ln>
        </p:spPr>
      </p:pic>
      <p:cxnSp>
        <p:nvCxnSpPr>
          <p:cNvPr id="126" name="Google Shape;126;p17"/>
          <p:cNvCxnSpPr/>
          <p:nvPr/>
        </p:nvCxnSpPr>
        <p:spPr>
          <a:xfrm>
            <a:off x="4379889" y="2791040"/>
            <a:ext cx="384223" cy="0"/>
          </a:xfrm>
          <a:prstGeom prst="straightConnector1">
            <a:avLst/>
          </a:prstGeom>
          <a:noFill/>
          <a:ln cap="flat" cmpd="sng" w="57150">
            <a:solidFill>
              <a:srgbClr val="1F302F"/>
            </a:solidFill>
            <a:prstDash val="solid"/>
            <a:miter lim="8000"/>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シンプル）">
  <p:cSld name="表紙（シンプル）">
    <p:spTree>
      <p:nvGrpSpPr>
        <p:cNvPr id="127" name="Shape 127"/>
        <p:cNvGrpSpPr/>
        <p:nvPr/>
      </p:nvGrpSpPr>
      <p:grpSpPr>
        <a:xfrm>
          <a:off x="0" y="0"/>
          <a:ext cx="0" cy="0"/>
          <a:chOff x="0" y="0"/>
          <a:chExt cx="0" cy="0"/>
        </a:xfrm>
      </p:grpSpPr>
      <p:pic>
        <p:nvPicPr>
          <p:cNvPr descr="ロゴ  AI によって生成されたコンテンツは間違っている可能性があります。" id="128" name="Google Shape;128;p18"/>
          <p:cNvPicPr preferRelativeResize="0"/>
          <p:nvPr/>
        </p:nvPicPr>
        <p:blipFill rotWithShape="1">
          <a:blip r:embed="rId2">
            <a:alphaModFix/>
          </a:blip>
          <a:srcRect b="0" l="0" r="0" t="0"/>
          <a:stretch/>
        </p:blipFill>
        <p:spPr>
          <a:xfrm>
            <a:off x="533693" y="411956"/>
            <a:ext cx="966665" cy="725859"/>
          </a:xfrm>
          <a:prstGeom prst="rect">
            <a:avLst/>
          </a:prstGeom>
          <a:noFill/>
          <a:ln>
            <a:noFill/>
          </a:ln>
        </p:spPr>
      </p:pic>
      <p:cxnSp>
        <p:nvCxnSpPr>
          <p:cNvPr id="129" name="Google Shape;129;p18"/>
          <p:cNvCxnSpPr/>
          <p:nvPr/>
        </p:nvCxnSpPr>
        <p:spPr>
          <a:xfrm>
            <a:off x="607550" y="2958263"/>
            <a:ext cx="384223" cy="0"/>
          </a:xfrm>
          <a:prstGeom prst="straightConnector1">
            <a:avLst/>
          </a:prstGeom>
          <a:noFill/>
          <a:ln cap="flat" cmpd="sng" w="57150">
            <a:solidFill>
              <a:srgbClr val="7E8C8D"/>
            </a:solidFill>
            <a:prstDash val="solid"/>
            <a:miter lim="8000"/>
            <a:headEnd len="sm" w="sm" type="none"/>
            <a:tailEnd len="sm" w="sm" type="none"/>
          </a:ln>
        </p:spPr>
      </p:cxnSp>
      <p:grpSp>
        <p:nvGrpSpPr>
          <p:cNvPr id="130" name="Google Shape;130;p18"/>
          <p:cNvGrpSpPr/>
          <p:nvPr/>
        </p:nvGrpSpPr>
        <p:grpSpPr>
          <a:xfrm>
            <a:off x="-593013" y="1941581"/>
            <a:ext cx="462172" cy="1190923"/>
            <a:chOff x="-790684" y="26356"/>
            <a:chExt cx="616229" cy="1587897"/>
          </a:xfrm>
        </p:grpSpPr>
        <p:sp>
          <p:nvSpPr>
            <p:cNvPr id="131" name="Google Shape;131;p18"/>
            <p:cNvSpPr/>
            <p:nvPr/>
          </p:nvSpPr>
          <p:spPr>
            <a:xfrm>
              <a:off x="-420676" y="27573"/>
              <a:ext cx="246221" cy="246221"/>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2" name="Google Shape;132;p18"/>
            <p:cNvSpPr/>
            <p:nvPr/>
          </p:nvSpPr>
          <p:spPr>
            <a:xfrm>
              <a:off x="-420677" y="272577"/>
              <a:ext cx="246221" cy="246221"/>
            </a:xfrm>
            <a:prstGeom prst="rect">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3" name="Google Shape;133;p18"/>
            <p:cNvSpPr/>
            <p:nvPr/>
          </p:nvSpPr>
          <p:spPr>
            <a:xfrm>
              <a:off x="-422027" y="740515"/>
              <a:ext cx="246221" cy="246221"/>
            </a:xfrm>
            <a:prstGeom prst="rect">
              <a:avLst/>
            </a:prstGeom>
            <a:solidFill>
              <a:srgbClr val="3F755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4" name="Google Shape;134;p18"/>
            <p:cNvSpPr/>
            <p:nvPr/>
          </p:nvSpPr>
          <p:spPr>
            <a:xfrm>
              <a:off x="-422027" y="984911"/>
              <a:ext cx="246221" cy="246221"/>
            </a:xfrm>
            <a:prstGeom prst="rect">
              <a:avLst/>
            </a:prstGeom>
            <a:solidFill>
              <a:srgbClr val="5A957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5" name="Google Shape;135;p18"/>
            <p:cNvSpPr/>
            <p:nvPr/>
          </p:nvSpPr>
          <p:spPr>
            <a:xfrm>
              <a:off x="-790009" y="26356"/>
              <a:ext cx="246221" cy="246221"/>
            </a:xfrm>
            <a:prstGeom prst="rect">
              <a:avLst/>
            </a:prstGeom>
            <a:solidFill>
              <a:srgbClr val="B8935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6" name="Google Shape;136;p18"/>
            <p:cNvSpPr/>
            <p:nvPr/>
          </p:nvSpPr>
          <p:spPr>
            <a:xfrm>
              <a:off x="-790009" y="248073"/>
              <a:ext cx="246221" cy="246221"/>
            </a:xfrm>
            <a:prstGeom prst="rect">
              <a:avLst/>
            </a:prstGeom>
            <a:solidFill>
              <a:srgbClr val="D4A5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7" name="Google Shape;137;p18"/>
            <p:cNvSpPr/>
            <p:nvPr/>
          </p:nvSpPr>
          <p:spPr>
            <a:xfrm>
              <a:off x="-790684" y="494294"/>
              <a:ext cx="246221" cy="246221"/>
            </a:xfrm>
            <a:prstGeom prst="rect">
              <a:avLst/>
            </a:prstGeom>
            <a:solidFill>
              <a:srgbClr val="E6B78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8" name="Google Shape;138;p18"/>
            <p:cNvSpPr/>
            <p:nvPr/>
          </p:nvSpPr>
          <p:spPr>
            <a:xfrm>
              <a:off x="-420678" y="518190"/>
              <a:ext cx="246221" cy="246221"/>
            </a:xfrm>
            <a:prstGeom prst="rect">
              <a:avLst/>
            </a:prstGeom>
            <a:solidFill>
              <a:srgbClr val="2D5A4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39" name="Google Shape;139;p18"/>
            <p:cNvSpPr/>
            <p:nvPr/>
          </p:nvSpPr>
          <p:spPr>
            <a:xfrm>
              <a:off x="-422027" y="1223588"/>
              <a:ext cx="246221" cy="246221"/>
            </a:xfrm>
            <a:prstGeom prst="rect">
              <a:avLst/>
            </a:prstGeom>
            <a:solidFill>
              <a:srgbClr val="77B99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40" name="Google Shape;140;p18"/>
            <p:cNvSpPr/>
            <p:nvPr/>
          </p:nvSpPr>
          <p:spPr>
            <a:xfrm>
              <a:off x="-790009" y="900094"/>
              <a:ext cx="246221" cy="246221"/>
            </a:xfrm>
            <a:prstGeom prst="rect">
              <a:avLst/>
            </a:prstGeom>
            <a:solidFill>
              <a:srgbClr val="7F7F7F"/>
            </a:solidFill>
            <a:ln cap="flat" cmpd="sng" w="1905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41" name="Google Shape;141;p18"/>
            <p:cNvSpPr/>
            <p:nvPr/>
          </p:nvSpPr>
          <p:spPr>
            <a:xfrm>
              <a:off x="-790009" y="1121811"/>
              <a:ext cx="246221" cy="246221"/>
            </a:xfrm>
            <a:prstGeom prst="rect">
              <a:avLst/>
            </a:prstGeom>
            <a:solidFill>
              <a:srgbClr val="BFBFBF"/>
            </a:solidFill>
            <a:ln cap="flat" cmpd="sng" w="19050">
              <a:solidFill>
                <a:srgbClr val="BFBFB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42" name="Google Shape;142;p18"/>
            <p:cNvSpPr/>
            <p:nvPr/>
          </p:nvSpPr>
          <p:spPr>
            <a:xfrm>
              <a:off x="-790684" y="1368032"/>
              <a:ext cx="246221" cy="246221"/>
            </a:xfrm>
            <a:prstGeom prst="rect">
              <a:avLst/>
            </a:prstGeom>
            <a:solidFill>
              <a:srgbClr val="F2F2F2"/>
            </a:solidFill>
            <a:ln cap="flat" cmpd="sng" w="19050">
              <a:solidFill>
                <a:srgbClr val="F2F2F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spTree>
  </p:cSld>
  <p:clrMapOvr>
    <a:masterClrMapping/>
  </p:clrMapOvr>
  <p:extLst>
    <p:ext uri="{DCECCB84-F9BA-43D5-87BE-67443E8EF086}">
      <p15:sldGuideLst>
        <p15:guide id="1" orient="horz" pos="1620">
          <p15:clr>
            <a:srgbClr val="FBAE40"/>
          </p15:clr>
        </p15:guide>
        <p15:guide id="2" pos="329">
          <p15:clr>
            <a:srgbClr val="FBAE40"/>
          </p15:clr>
        </p15:guide>
        <p15:guide id="3" pos="5431">
          <p15:clr>
            <a:srgbClr val="FBAE40"/>
          </p15:clr>
        </p15:guide>
        <p15:guide id="4" orient="horz" pos="259">
          <p15:clr>
            <a:srgbClr val="FBAE40"/>
          </p15:clr>
        </p15:guide>
        <p15:guide id="5" orient="horz" pos="298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 type="title">
  <p:cSld name="TITLE">
    <p:bg>
      <p:bgPr>
        <a:solidFill>
          <a:schemeClr val="accent1"/>
        </a:solidFill>
      </p:bgPr>
    </p:bg>
    <p:spTree>
      <p:nvGrpSpPr>
        <p:cNvPr id="143" name="Shape 143"/>
        <p:cNvGrpSpPr/>
        <p:nvPr/>
      </p:nvGrpSpPr>
      <p:grpSpPr>
        <a:xfrm>
          <a:off x="0" y="0"/>
          <a:ext cx="0" cy="0"/>
          <a:chOff x="0" y="0"/>
          <a:chExt cx="0" cy="0"/>
        </a:xfrm>
      </p:grpSpPr>
      <p:pic>
        <p:nvPicPr>
          <p:cNvPr descr="グラフィカル ユーザー インターフェイス, アプリケーション  AI 生成コンテンツは誤りを含む可能性があります。" id="144" name="Google Shape;144;p19"/>
          <p:cNvPicPr preferRelativeResize="0"/>
          <p:nvPr/>
        </p:nvPicPr>
        <p:blipFill rotWithShape="1">
          <a:blip r:embed="rId2">
            <a:alphaModFix/>
          </a:blip>
          <a:srcRect b="0" l="0" r="0" t="0"/>
          <a:stretch/>
        </p:blipFill>
        <p:spPr>
          <a:xfrm>
            <a:off x="0" y="0"/>
            <a:ext cx="9163005" cy="5143500"/>
          </a:xfrm>
          <a:prstGeom prst="rect">
            <a:avLst/>
          </a:prstGeom>
          <a:noFill/>
          <a:ln>
            <a:noFill/>
          </a:ln>
        </p:spPr>
      </p:pic>
      <p:sp>
        <p:nvSpPr>
          <p:cNvPr id="145" name="Google Shape;145;p19"/>
          <p:cNvSpPr txBox="1"/>
          <p:nvPr>
            <p:ph type="ctrTitle"/>
          </p:nvPr>
        </p:nvSpPr>
        <p:spPr>
          <a:xfrm>
            <a:off x="312285" y="1273929"/>
            <a:ext cx="5851342" cy="13500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3000"/>
              <a:buFont typeface="Arial"/>
              <a:buNone/>
              <a:defRPr b="1" sz="300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6" name="Google Shape;146;p19"/>
          <p:cNvSpPr txBox="1"/>
          <p:nvPr>
            <p:ph idx="1" type="subTitle"/>
          </p:nvPr>
        </p:nvSpPr>
        <p:spPr>
          <a:xfrm>
            <a:off x="312286" y="2753705"/>
            <a:ext cx="5851342" cy="13500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dk1"/>
              </a:buClr>
              <a:buSzPts val="1800"/>
              <a:buNone/>
              <a:defRPr sz="1800">
                <a:latin typeface="Arial"/>
                <a:ea typeface="Arial"/>
                <a:cs typeface="Arial"/>
                <a:sym typeface="Aria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7" name="Google Shape;147;p19"/>
          <p:cNvSpPr/>
          <p:nvPr/>
        </p:nvSpPr>
        <p:spPr>
          <a:xfrm>
            <a:off x="6237515" y="0"/>
            <a:ext cx="2925491" cy="5143500"/>
          </a:xfrm>
          <a:prstGeom prst="rect">
            <a:avLst/>
          </a:prstGeom>
          <a:solidFill>
            <a:srgbClr val="2D5A42"/>
          </a:solidFill>
          <a:ln cap="flat" cmpd="sng" w="19050">
            <a:solidFill>
              <a:srgbClr val="2D5A4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descr="テキスト  AI 生成コンテンツは誤りを含む可能性があります。" id="148" name="Google Shape;148;p19"/>
          <p:cNvSpPr/>
          <p:nvPr/>
        </p:nvSpPr>
        <p:spPr>
          <a:xfrm>
            <a:off x="5953103" y="824593"/>
            <a:ext cx="3494315" cy="3494315"/>
          </a:xfrm>
          <a:prstGeom prst="rect">
            <a:avLst/>
          </a:prstGeom>
          <a:solidFill>
            <a:srgbClr val="FFFFFF"/>
          </a:solidFill>
          <a:ln>
            <a:noFill/>
          </a:ln>
        </p:spPr>
      </p:sp>
      <p:grpSp>
        <p:nvGrpSpPr>
          <p:cNvPr id="149" name="Google Shape;149;p19"/>
          <p:cNvGrpSpPr/>
          <p:nvPr/>
        </p:nvGrpSpPr>
        <p:grpSpPr>
          <a:xfrm>
            <a:off x="-593013" y="1941581"/>
            <a:ext cx="462172" cy="1190923"/>
            <a:chOff x="-790684" y="26356"/>
            <a:chExt cx="616229" cy="1587897"/>
          </a:xfrm>
        </p:grpSpPr>
        <p:sp>
          <p:nvSpPr>
            <p:cNvPr id="150" name="Google Shape;150;p19"/>
            <p:cNvSpPr/>
            <p:nvPr/>
          </p:nvSpPr>
          <p:spPr>
            <a:xfrm>
              <a:off x="-420676" y="27573"/>
              <a:ext cx="246221" cy="246221"/>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1" name="Google Shape;151;p19"/>
            <p:cNvSpPr/>
            <p:nvPr/>
          </p:nvSpPr>
          <p:spPr>
            <a:xfrm>
              <a:off x="-420677" y="272577"/>
              <a:ext cx="246221" cy="246221"/>
            </a:xfrm>
            <a:prstGeom prst="rect">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2" name="Google Shape;152;p19"/>
            <p:cNvSpPr/>
            <p:nvPr/>
          </p:nvSpPr>
          <p:spPr>
            <a:xfrm>
              <a:off x="-422027" y="740515"/>
              <a:ext cx="246221" cy="246221"/>
            </a:xfrm>
            <a:prstGeom prst="rect">
              <a:avLst/>
            </a:prstGeom>
            <a:solidFill>
              <a:srgbClr val="3F755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3" name="Google Shape;153;p19"/>
            <p:cNvSpPr/>
            <p:nvPr/>
          </p:nvSpPr>
          <p:spPr>
            <a:xfrm>
              <a:off x="-422027" y="984911"/>
              <a:ext cx="246221" cy="246221"/>
            </a:xfrm>
            <a:prstGeom prst="rect">
              <a:avLst/>
            </a:prstGeom>
            <a:solidFill>
              <a:srgbClr val="5A957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4" name="Google Shape;154;p19"/>
            <p:cNvSpPr/>
            <p:nvPr/>
          </p:nvSpPr>
          <p:spPr>
            <a:xfrm>
              <a:off x="-790009" y="26356"/>
              <a:ext cx="246221" cy="246221"/>
            </a:xfrm>
            <a:prstGeom prst="rect">
              <a:avLst/>
            </a:prstGeom>
            <a:solidFill>
              <a:srgbClr val="B8935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5" name="Google Shape;155;p19"/>
            <p:cNvSpPr/>
            <p:nvPr/>
          </p:nvSpPr>
          <p:spPr>
            <a:xfrm>
              <a:off x="-790009" y="248073"/>
              <a:ext cx="246221" cy="246221"/>
            </a:xfrm>
            <a:prstGeom prst="rect">
              <a:avLst/>
            </a:prstGeom>
            <a:solidFill>
              <a:srgbClr val="D4A5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6" name="Google Shape;156;p19"/>
            <p:cNvSpPr/>
            <p:nvPr/>
          </p:nvSpPr>
          <p:spPr>
            <a:xfrm>
              <a:off x="-790684" y="494294"/>
              <a:ext cx="246221" cy="246221"/>
            </a:xfrm>
            <a:prstGeom prst="rect">
              <a:avLst/>
            </a:prstGeom>
            <a:solidFill>
              <a:srgbClr val="E6B78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7" name="Google Shape;157;p19"/>
            <p:cNvSpPr/>
            <p:nvPr/>
          </p:nvSpPr>
          <p:spPr>
            <a:xfrm>
              <a:off x="-420678" y="518190"/>
              <a:ext cx="246221" cy="246221"/>
            </a:xfrm>
            <a:prstGeom prst="rect">
              <a:avLst/>
            </a:prstGeom>
            <a:solidFill>
              <a:srgbClr val="2D5A4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8" name="Google Shape;158;p19"/>
            <p:cNvSpPr/>
            <p:nvPr/>
          </p:nvSpPr>
          <p:spPr>
            <a:xfrm>
              <a:off x="-422027" y="1223588"/>
              <a:ext cx="246221" cy="246221"/>
            </a:xfrm>
            <a:prstGeom prst="rect">
              <a:avLst/>
            </a:prstGeom>
            <a:solidFill>
              <a:srgbClr val="77B99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59" name="Google Shape;159;p19"/>
            <p:cNvSpPr/>
            <p:nvPr/>
          </p:nvSpPr>
          <p:spPr>
            <a:xfrm>
              <a:off x="-790009" y="900094"/>
              <a:ext cx="246221" cy="246221"/>
            </a:xfrm>
            <a:prstGeom prst="rect">
              <a:avLst/>
            </a:prstGeom>
            <a:solidFill>
              <a:srgbClr val="7F7F7F"/>
            </a:solidFill>
            <a:ln cap="flat" cmpd="sng" w="1905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60" name="Google Shape;160;p19"/>
            <p:cNvSpPr/>
            <p:nvPr/>
          </p:nvSpPr>
          <p:spPr>
            <a:xfrm>
              <a:off x="-790009" y="1121811"/>
              <a:ext cx="246221" cy="246221"/>
            </a:xfrm>
            <a:prstGeom prst="rect">
              <a:avLst/>
            </a:prstGeom>
            <a:solidFill>
              <a:srgbClr val="BFBFBF"/>
            </a:solidFill>
            <a:ln cap="flat" cmpd="sng" w="19050">
              <a:solidFill>
                <a:srgbClr val="BFBFB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61" name="Google Shape;161;p19"/>
            <p:cNvSpPr/>
            <p:nvPr/>
          </p:nvSpPr>
          <p:spPr>
            <a:xfrm>
              <a:off x="-790684" y="1368032"/>
              <a:ext cx="246221" cy="246221"/>
            </a:xfrm>
            <a:prstGeom prst="rect">
              <a:avLst/>
            </a:prstGeom>
            <a:solidFill>
              <a:srgbClr val="F2F2F2"/>
            </a:solidFill>
            <a:ln cap="flat" cmpd="sng" w="19050">
              <a:solidFill>
                <a:srgbClr val="F2F2F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紙（ゴールド）">
  <p:cSld name="表紙（ゴールド）">
    <p:spTree>
      <p:nvGrpSpPr>
        <p:cNvPr id="162" name="Shape 162"/>
        <p:cNvGrpSpPr/>
        <p:nvPr/>
      </p:nvGrpSpPr>
      <p:grpSpPr>
        <a:xfrm>
          <a:off x="0" y="0"/>
          <a:ext cx="0" cy="0"/>
          <a:chOff x="0" y="0"/>
          <a:chExt cx="0" cy="0"/>
        </a:xfrm>
      </p:grpSpPr>
      <p:sp>
        <p:nvSpPr>
          <p:cNvPr id="163" name="Google Shape;163;p20"/>
          <p:cNvSpPr/>
          <p:nvPr/>
        </p:nvSpPr>
        <p:spPr>
          <a:xfrm>
            <a:off x="6199271" y="-1"/>
            <a:ext cx="2944729" cy="5143501"/>
          </a:xfrm>
          <a:prstGeom prst="rect">
            <a:avLst/>
          </a:prstGeom>
          <a:solidFill>
            <a:srgbClr val="B7925F"/>
          </a:solidFill>
          <a:ln cap="flat" cmpd="sng" w="19050">
            <a:solidFill>
              <a:srgbClr val="B7925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descr="ロゴ  AI によって生成されたコンテンツは間違っている可能性があります。" id="164" name="Google Shape;164;p20"/>
          <p:cNvPicPr preferRelativeResize="0"/>
          <p:nvPr/>
        </p:nvPicPr>
        <p:blipFill rotWithShape="1">
          <a:blip r:embed="rId2">
            <a:alphaModFix/>
          </a:blip>
          <a:srcRect b="0" l="0" r="0" t="0"/>
          <a:stretch/>
        </p:blipFill>
        <p:spPr>
          <a:xfrm>
            <a:off x="6841119" y="1943143"/>
            <a:ext cx="1661032" cy="1247252"/>
          </a:xfrm>
          <a:prstGeom prst="rect">
            <a:avLst/>
          </a:prstGeom>
          <a:noFill/>
          <a:ln>
            <a:noFill/>
          </a:ln>
        </p:spPr>
      </p:pic>
      <p:sp>
        <p:nvSpPr>
          <p:cNvPr id="165" name="Google Shape;165;p20"/>
          <p:cNvSpPr txBox="1"/>
          <p:nvPr>
            <p:ph type="ctrTitle"/>
          </p:nvPr>
        </p:nvSpPr>
        <p:spPr>
          <a:xfrm>
            <a:off x="312285" y="1273929"/>
            <a:ext cx="5851342" cy="13500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3000"/>
              <a:buFont typeface="Arial"/>
              <a:buNone/>
              <a:defRPr b="1" sz="3000">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6" name="Google Shape;166;p20"/>
          <p:cNvSpPr txBox="1"/>
          <p:nvPr>
            <p:ph idx="1" type="subTitle"/>
          </p:nvPr>
        </p:nvSpPr>
        <p:spPr>
          <a:xfrm>
            <a:off x="312286" y="2753705"/>
            <a:ext cx="5851342" cy="13500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dk1"/>
              </a:buClr>
              <a:buSzPts val="1800"/>
              <a:buNone/>
              <a:defRPr sz="1800">
                <a:latin typeface="Arial"/>
                <a:ea typeface="Arial"/>
                <a:cs typeface="Arial"/>
                <a:sym typeface="Aria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grpSp>
        <p:nvGrpSpPr>
          <p:cNvPr id="167" name="Google Shape;167;p20"/>
          <p:cNvGrpSpPr/>
          <p:nvPr/>
        </p:nvGrpSpPr>
        <p:grpSpPr>
          <a:xfrm>
            <a:off x="-593013" y="1941581"/>
            <a:ext cx="462172" cy="1190923"/>
            <a:chOff x="-790684" y="26356"/>
            <a:chExt cx="616229" cy="1587897"/>
          </a:xfrm>
        </p:grpSpPr>
        <p:sp>
          <p:nvSpPr>
            <p:cNvPr id="168" name="Google Shape;168;p20"/>
            <p:cNvSpPr/>
            <p:nvPr/>
          </p:nvSpPr>
          <p:spPr>
            <a:xfrm>
              <a:off x="-420676" y="27573"/>
              <a:ext cx="246221" cy="246221"/>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69" name="Google Shape;169;p20"/>
            <p:cNvSpPr/>
            <p:nvPr/>
          </p:nvSpPr>
          <p:spPr>
            <a:xfrm>
              <a:off x="-420677" y="272577"/>
              <a:ext cx="246221" cy="246221"/>
            </a:xfrm>
            <a:prstGeom prst="rect">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0" name="Google Shape;170;p20"/>
            <p:cNvSpPr/>
            <p:nvPr/>
          </p:nvSpPr>
          <p:spPr>
            <a:xfrm>
              <a:off x="-422027" y="740515"/>
              <a:ext cx="246221" cy="246221"/>
            </a:xfrm>
            <a:prstGeom prst="rect">
              <a:avLst/>
            </a:prstGeom>
            <a:solidFill>
              <a:srgbClr val="3F755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1" name="Google Shape;171;p20"/>
            <p:cNvSpPr/>
            <p:nvPr/>
          </p:nvSpPr>
          <p:spPr>
            <a:xfrm>
              <a:off x="-422027" y="984911"/>
              <a:ext cx="246221" cy="246221"/>
            </a:xfrm>
            <a:prstGeom prst="rect">
              <a:avLst/>
            </a:prstGeom>
            <a:solidFill>
              <a:srgbClr val="5A957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2" name="Google Shape;172;p20"/>
            <p:cNvSpPr/>
            <p:nvPr/>
          </p:nvSpPr>
          <p:spPr>
            <a:xfrm>
              <a:off x="-790009" y="26356"/>
              <a:ext cx="246221" cy="246221"/>
            </a:xfrm>
            <a:prstGeom prst="rect">
              <a:avLst/>
            </a:prstGeom>
            <a:solidFill>
              <a:srgbClr val="B8935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3" name="Google Shape;173;p20"/>
            <p:cNvSpPr/>
            <p:nvPr/>
          </p:nvSpPr>
          <p:spPr>
            <a:xfrm>
              <a:off x="-790009" y="248073"/>
              <a:ext cx="246221" cy="246221"/>
            </a:xfrm>
            <a:prstGeom prst="rect">
              <a:avLst/>
            </a:prstGeom>
            <a:solidFill>
              <a:srgbClr val="D4A5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4" name="Google Shape;174;p20"/>
            <p:cNvSpPr/>
            <p:nvPr/>
          </p:nvSpPr>
          <p:spPr>
            <a:xfrm>
              <a:off x="-790684" y="494294"/>
              <a:ext cx="246221" cy="246221"/>
            </a:xfrm>
            <a:prstGeom prst="rect">
              <a:avLst/>
            </a:prstGeom>
            <a:solidFill>
              <a:srgbClr val="E6B78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5" name="Google Shape;175;p20"/>
            <p:cNvSpPr/>
            <p:nvPr/>
          </p:nvSpPr>
          <p:spPr>
            <a:xfrm>
              <a:off x="-420678" y="518190"/>
              <a:ext cx="246221" cy="246221"/>
            </a:xfrm>
            <a:prstGeom prst="rect">
              <a:avLst/>
            </a:prstGeom>
            <a:solidFill>
              <a:srgbClr val="2D5A4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6" name="Google Shape;176;p20"/>
            <p:cNvSpPr/>
            <p:nvPr/>
          </p:nvSpPr>
          <p:spPr>
            <a:xfrm>
              <a:off x="-422027" y="1223588"/>
              <a:ext cx="246221" cy="246221"/>
            </a:xfrm>
            <a:prstGeom prst="rect">
              <a:avLst/>
            </a:prstGeom>
            <a:solidFill>
              <a:srgbClr val="77B99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7" name="Google Shape;177;p20"/>
            <p:cNvSpPr/>
            <p:nvPr/>
          </p:nvSpPr>
          <p:spPr>
            <a:xfrm>
              <a:off x="-790009" y="900094"/>
              <a:ext cx="246221" cy="246221"/>
            </a:xfrm>
            <a:prstGeom prst="rect">
              <a:avLst/>
            </a:prstGeom>
            <a:solidFill>
              <a:srgbClr val="7F7F7F"/>
            </a:solidFill>
            <a:ln cap="flat" cmpd="sng" w="1905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8" name="Google Shape;178;p20"/>
            <p:cNvSpPr/>
            <p:nvPr/>
          </p:nvSpPr>
          <p:spPr>
            <a:xfrm>
              <a:off x="-790009" y="1121811"/>
              <a:ext cx="246221" cy="246221"/>
            </a:xfrm>
            <a:prstGeom prst="rect">
              <a:avLst/>
            </a:prstGeom>
            <a:solidFill>
              <a:srgbClr val="BFBFBF"/>
            </a:solidFill>
            <a:ln cap="flat" cmpd="sng" w="19050">
              <a:solidFill>
                <a:srgbClr val="BFBFB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9" name="Google Shape;179;p20"/>
            <p:cNvSpPr/>
            <p:nvPr/>
          </p:nvSpPr>
          <p:spPr>
            <a:xfrm>
              <a:off x="-790684" y="1368032"/>
              <a:ext cx="246221" cy="246221"/>
            </a:xfrm>
            <a:prstGeom prst="rect">
              <a:avLst/>
            </a:prstGeom>
            <a:solidFill>
              <a:srgbClr val="F2F2F2"/>
            </a:solidFill>
            <a:ln cap="flat" cmpd="sng" w="19050">
              <a:solidFill>
                <a:srgbClr val="F2F2F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spTree>
  </p:cSld>
  <p:clrMapOvr>
    <a:masterClrMapping/>
  </p:clrMapOvr>
  <p:extLst>
    <p:ext uri="{DCECCB84-F9BA-43D5-87BE-67443E8EF086}">
      <p15:sldGuideLst>
        <p15:guide id="1" orient="horz" pos="1620">
          <p15:clr>
            <a:srgbClr val="FBAE40"/>
          </p15:clr>
        </p15:guide>
        <p15:guide id="2" pos="329">
          <p15:clr>
            <a:srgbClr val="FBAE40"/>
          </p15:clr>
        </p15:guide>
        <p15:guide id="3" pos="5431">
          <p15:clr>
            <a:srgbClr val="FBAE40"/>
          </p15:clr>
        </p15:guide>
        <p15:guide id="4" orient="horz" pos="259">
          <p15:clr>
            <a:srgbClr val="FBAE40"/>
          </p15:clr>
        </p15:guide>
        <p15:guide id="5" orient="horz" pos="298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目次（グリーン01）">
  <p:cSld name="目次（グリーン01）">
    <p:spTree>
      <p:nvGrpSpPr>
        <p:cNvPr id="180" name="Shape 180"/>
        <p:cNvGrpSpPr/>
        <p:nvPr/>
      </p:nvGrpSpPr>
      <p:grpSpPr>
        <a:xfrm>
          <a:off x="0" y="0"/>
          <a:ext cx="0" cy="0"/>
          <a:chOff x="0" y="0"/>
          <a:chExt cx="0" cy="0"/>
        </a:xfrm>
      </p:grpSpPr>
      <p:sp>
        <p:nvSpPr>
          <p:cNvPr id="181" name="Google Shape;181;p21"/>
          <p:cNvSpPr/>
          <p:nvPr/>
        </p:nvSpPr>
        <p:spPr>
          <a:xfrm>
            <a:off x="1" y="-1"/>
            <a:ext cx="1894115" cy="5143501"/>
          </a:xfrm>
          <a:prstGeom prst="rect">
            <a:avLst/>
          </a:prstGeom>
          <a:solidFill>
            <a:srgbClr val="1F302F"/>
          </a:solidFill>
          <a:ln cap="flat" cmpd="sng" w="19050">
            <a:solidFill>
              <a:schemeClr val="dk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82" name="Google Shape;182;p21"/>
          <p:cNvSpPr txBox="1"/>
          <p:nvPr/>
        </p:nvSpPr>
        <p:spPr>
          <a:xfrm>
            <a:off x="7288292" y="102394"/>
            <a:ext cx="1615916" cy="184666"/>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ja" sz="800">
                <a:solidFill>
                  <a:srgbClr val="BFBFBF"/>
                </a:solidFill>
                <a:latin typeface="Arial"/>
                <a:ea typeface="Arial"/>
                <a:cs typeface="Arial"/>
                <a:sym typeface="Arial"/>
              </a:rPr>
              <a:t>Strictly confidential</a:t>
            </a:r>
            <a:endParaRPr sz="800">
              <a:solidFill>
                <a:srgbClr val="BFBFBF"/>
              </a:solidFill>
              <a:latin typeface="Arial"/>
              <a:ea typeface="Arial"/>
              <a:cs typeface="Arial"/>
              <a:sym typeface="Arial"/>
            </a:endParaRPr>
          </a:p>
        </p:txBody>
      </p:sp>
      <p:sp>
        <p:nvSpPr>
          <p:cNvPr id="183" name="Google Shape;183;p21"/>
          <p:cNvSpPr/>
          <p:nvPr/>
        </p:nvSpPr>
        <p:spPr>
          <a:xfrm>
            <a:off x="9086850" y="173449"/>
            <a:ext cx="57150" cy="455202"/>
          </a:xfrm>
          <a:prstGeom prst="rect">
            <a:avLst/>
          </a:prstGeom>
          <a:solidFill>
            <a:schemeClr val="dk1"/>
          </a:solidFill>
          <a:ln cap="flat" cmpd="sng" w="19050">
            <a:solidFill>
              <a:schemeClr val="dk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84" name="Google Shape;184;p21"/>
          <p:cNvSpPr/>
          <p:nvPr/>
        </p:nvSpPr>
        <p:spPr>
          <a:xfrm>
            <a:off x="9086850" y="628651"/>
            <a:ext cx="57150" cy="226922"/>
          </a:xfrm>
          <a:prstGeom prst="rect">
            <a:avLst/>
          </a:prstGeom>
          <a:solidFill>
            <a:srgbClr val="ECDFBE"/>
          </a:solidFill>
          <a:ln cap="flat" cmpd="sng" w="19050">
            <a:solidFill>
              <a:srgbClr val="ECDFBE"/>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185" name="Google Shape;185;p21"/>
          <p:cNvGrpSpPr/>
          <p:nvPr/>
        </p:nvGrpSpPr>
        <p:grpSpPr>
          <a:xfrm>
            <a:off x="-593013" y="1941581"/>
            <a:ext cx="462172" cy="1190923"/>
            <a:chOff x="-790684" y="26356"/>
            <a:chExt cx="616229" cy="1587897"/>
          </a:xfrm>
        </p:grpSpPr>
        <p:sp>
          <p:nvSpPr>
            <p:cNvPr id="186" name="Google Shape;186;p21"/>
            <p:cNvSpPr/>
            <p:nvPr/>
          </p:nvSpPr>
          <p:spPr>
            <a:xfrm>
              <a:off x="-420676" y="27573"/>
              <a:ext cx="246221" cy="246221"/>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87" name="Google Shape;187;p21"/>
            <p:cNvSpPr/>
            <p:nvPr/>
          </p:nvSpPr>
          <p:spPr>
            <a:xfrm>
              <a:off x="-420677" y="272577"/>
              <a:ext cx="246221" cy="246221"/>
            </a:xfrm>
            <a:prstGeom prst="rect">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88" name="Google Shape;188;p21"/>
            <p:cNvSpPr/>
            <p:nvPr/>
          </p:nvSpPr>
          <p:spPr>
            <a:xfrm>
              <a:off x="-422027" y="740515"/>
              <a:ext cx="246221" cy="246221"/>
            </a:xfrm>
            <a:prstGeom prst="rect">
              <a:avLst/>
            </a:prstGeom>
            <a:solidFill>
              <a:srgbClr val="3F755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89" name="Google Shape;189;p21"/>
            <p:cNvSpPr/>
            <p:nvPr/>
          </p:nvSpPr>
          <p:spPr>
            <a:xfrm>
              <a:off x="-422027" y="984911"/>
              <a:ext cx="246221" cy="246221"/>
            </a:xfrm>
            <a:prstGeom prst="rect">
              <a:avLst/>
            </a:prstGeom>
            <a:solidFill>
              <a:srgbClr val="5A957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0" name="Google Shape;190;p21"/>
            <p:cNvSpPr/>
            <p:nvPr/>
          </p:nvSpPr>
          <p:spPr>
            <a:xfrm>
              <a:off x="-790009" y="26356"/>
              <a:ext cx="246221" cy="246221"/>
            </a:xfrm>
            <a:prstGeom prst="rect">
              <a:avLst/>
            </a:prstGeom>
            <a:solidFill>
              <a:srgbClr val="B8935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1" name="Google Shape;191;p21"/>
            <p:cNvSpPr/>
            <p:nvPr/>
          </p:nvSpPr>
          <p:spPr>
            <a:xfrm>
              <a:off x="-790009" y="248073"/>
              <a:ext cx="246221" cy="246221"/>
            </a:xfrm>
            <a:prstGeom prst="rect">
              <a:avLst/>
            </a:prstGeom>
            <a:solidFill>
              <a:srgbClr val="D4A5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2" name="Google Shape;192;p21"/>
            <p:cNvSpPr/>
            <p:nvPr/>
          </p:nvSpPr>
          <p:spPr>
            <a:xfrm>
              <a:off x="-790684" y="494294"/>
              <a:ext cx="246221" cy="246221"/>
            </a:xfrm>
            <a:prstGeom prst="rect">
              <a:avLst/>
            </a:prstGeom>
            <a:solidFill>
              <a:srgbClr val="E6B78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3" name="Google Shape;193;p21"/>
            <p:cNvSpPr/>
            <p:nvPr/>
          </p:nvSpPr>
          <p:spPr>
            <a:xfrm>
              <a:off x="-420678" y="518190"/>
              <a:ext cx="246221" cy="246221"/>
            </a:xfrm>
            <a:prstGeom prst="rect">
              <a:avLst/>
            </a:prstGeom>
            <a:solidFill>
              <a:srgbClr val="2D5A4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4" name="Google Shape;194;p21"/>
            <p:cNvSpPr/>
            <p:nvPr/>
          </p:nvSpPr>
          <p:spPr>
            <a:xfrm>
              <a:off x="-422027" y="1223588"/>
              <a:ext cx="246221" cy="246221"/>
            </a:xfrm>
            <a:prstGeom prst="rect">
              <a:avLst/>
            </a:prstGeom>
            <a:solidFill>
              <a:srgbClr val="77B99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5" name="Google Shape;195;p21"/>
            <p:cNvSpPr/>
            <p:nvPr/>
          </p:nvSpPr>
          <p:spPr>
            <a:xfrm>
              <a:off x="-790009" y="900094"/>
              <a:ext cx="246221" cy="246221"/>
            </a:xfrm>
            <a:prstGeom prst="rect">
              <a:avLst/>
            </a:prstGeom>
            <a:solidFill>
              <a:srgbClr val="7F7F7F"/>
            </a:solidFill>
            <a:ln cap="flat" cmpd="sng" w="1905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6" name="Google Shape;196;p21"/>
            <p:cNvSpPr/>
            <p:nvPr/>
          </p:nvSpPr>
          <p:spPr>
            <a:xfrm>
              <a:off x="-790009" y="1121811"/>
              <a:ext cx="246221" cy="246221"/>
            </a:xfrm>
            <a:prstGeom prst="rect">
              <a:avLst/>
            </a:prstGeom>
            <a:solidFill>
              <a:srgbClr val="BFBFBF"/>
            </a:solidFill>
            <a:ln cap="flat" cmpd="sng" w="19050">
              <a:solidFill>
                <a:srgbClr val="BFBFB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7" name="Google Shape;197;p21"/>
            <p:cNvSpPr/>
            <p:nvPr/>
          </p:nvSpPr>
          <p:spPr>
            <a:xfrm>
              <a:off x="-790684" y="1368032"/>
              <a:ext cx="246221" cy="246221"/>
            </a:xfrm>
            <a:prstGeom prst="rect">
              <a:avLst/>
            </a:prstGeom>
            <a:solidFill>
              <a:srgbClr val="F2F2F2"/>
            </a:solidFill>
            <a:ln cap="flat" cmpd="sng" w="19050">
              <a:solidFill>
                <a:srgbClr val="F2F2F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sp>
        <p:nvSpPr>
          <p:cNvPr id="198" name="Google Shape;198;p21"/>
          <p:cNvSpPr txBox="1"/>
          <p:nvPr/>
        </p:nvSpPr>
        <p:spPr>
          <a:xfrm>
            <a:off x="8329359" y="4886123"/>
            <a:ext cx="737680" cy="1620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lang="ja" sz="900">
                <a:solidFill>
                  <a:srgbClr val="787878"/>
                </a:solidFill>
                <a:latin typeface="Arial"/>
                <a:ea typeface="Arial"/>
                <a:cs typeface="Arial"/>
                <a:sym typeface="Arial"/>
              </a:rPr>
              <a:t>‹#›</a:t>
            </a:fld>
            <a:endParaRPr sz="900">
              <a:solidFill>
                <a:srgbClr val="787878"/>
              </a:solidFill>
              <a:latin typeface="Arial"/>
              <a:ea typeface="Arial"/>
              <a:cs typeface="Arial"/>
              <a:sym typeface="Arial"/>
            </a:endParaRPr>
          </a:p>
        </p:txBody>
      </p:sp>
      <p:sp>
        <p:nvSpPr>
          <p:cNvPr id="199" name="Google Shape;199;p21"/>
          <p:cNvSpPr txBox="1"/>
          <p:nvPr>
            <p:ph idx="11" type="ftr"/>
          </p:nvPr>
        </p:nvSpPr>
        <p:spPr>
          <a:xfrm>
            <a:off x="7408356" y="4886123"/>
            <a:ext cx="1439689" cy="1620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0" name="Google Shape;200;p21"/>
          <p:cNvSpPr txBox="1"/>
          <p:nvPr/>
        </p:nvSpPr>
        <p:spPr>
          <a:xfrm>
            <a:off x="685448" y="2421709"/>
            <a:ext cx="52322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ja" sz="1500">
                <a:solidFill>
                  <a:schemeClr val="lt1"/>
                </a:solidFill>
                <a:latin typeface="Arial"/>
                <a:ea typeface="Arial"/>
                <a:cs typeface="Arial"/>
                <a:sym typeface="Arial"/>
              </a:rPr>
              <a:t>目次</a:t>
            </a:r>
            <a:endParaRPr sz="1100"/>
          </a:p>
        </p:txBody>
      </p:sp>
    </p:spTree>
  </p:cSld>
  <p:clrMapOvr>
    <a:masterClrMapping/>
  </p:clrMapOvr>
  <p:extLst>
    <p:ext uri="{DCECCB84-F9BA-43D5-87BE-67443E8EF086}">
      <p15:sldGuideLst>
        <p15:guide id="1" orient="horz" pos="1620">
          <p15:clr>
            <a:srgbClr val="FBAE40"/>
          </p15:clr>
        </p15:guide>
        <p15:guide id="2" pos="2880">
          <p15:clr>
            <a:srgbClr val="FBAE40"/>
          </p15:clr>
        </p15:guide>
        <p15:guide id="3" pos="311">
          <p15:clr>
            <a:srgbClr val="FBAE40"/>
          </p15:clr>
        </p15:guide>
        <p15:guide id="4" pos="5449">
          <p15:clr>
            <a:srgbClr val="FBAE40"/>
          </p15:clr>
        </p15:guide>
        <p15:guide id="5" orient="horz" pos="2981">
          <p15:clr>
            <a:srgbClr val="FBAE40"/>
          </p15:clr>
        </p15:guide>
        <p15:guide id="6" orient="horz" pos="25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目次（グリーン02）">
  <p:cSld name="目次（グリーン02）">
    <p:spTree>
      <p:nvGrpSpPr>
        <p:cNvPr id="201" name="Shape 201"/>
        <p:cNvGrpSpPr/>
        <p:nvPr/>
      </p:nvGrpSpPr>
      <p:grpSpPr>
        <a:xfrm>
          <a:off x="0" y="0"/>
          <a:ext cx="0" cy="0"/>
          <a:chOff x="0" y="0"/>
          <a:chExt cx="0" cy="0"/>
        </a:xfrm>
      </p:grpSpPr>
      <p:sp>
        <p:nvSpPr>
          <p:cNvPr id="202" name="Google Shape;202;p22"/>
          <p:cNvSpPr/>
          <p:nvPr/>
        </p:nvSpPr>
        <p:spPr>
          <a:xfrm>
            <a:off x="1" y="-1"/>
            <a:ext cx="1894115" cy="5143501"/>
          </a:xfrm>
          <a:prstGeom prst="rect">
            <a:avLst/>
          </a:prstGeom>
          <a:solidFill>
            <a:srgbClr val="2D5A42"/>
          </a:solidFill>
          <a:ln cap="flat" cmpd="sng" w="19050">
            <a:solidFill>
              <a:srgbClr val="2D5A4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03" name="Google Shape;203;p22"/>
          <p:cNvSpPr txBox="1"/>
          <p:nvPr/>
        </p:nvSpPr>
        <p:spPr>
          <a:xfrm>
            <a:off x="685448" y="2421709"/>
            <a:ext cx="52322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ja" sz="1500">
                <a:solidFill>
                  <a:schemeClr val="lt1"/>
                </a:solidFill>
                <a:latin typeface="Arial"/>
                <a:ea typeface="Arial"/>
                <a:cs typeface="Arial"/>
                <a:sym typeface="Arial"/>
              </a:rPr>
              <a:t>目次</a:t>
            </a:r>
            <a:endParaRPr sz="1100"/>
          </a:p>
        </p:txBody>
      </p:sp>
      <p:sp>
        <p:nvSpPr>
          <p:cNvPr id="204" name="Google Shape;204;p22"/>
          <p:cNvSpPr txBox="1"/>
          <p:nvPr/>
        </p:nvSpPr>
        <p:spPr>
          <a:xfrm>
            <a:off x="7288292" y="102394"/>
            <a:ext cx="1615916" cy="184666"/>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ja" sz="800">
                <a:solidFill>
                  <a:srgbClr val="BFBFBF"/>
                </a:solidFill>
                <a:latin typeface="Arial"/>
                <a:ea typeface="Arial"/>
                <a:cs typeface="Arial"/>
                <a:sym typeface="Arial"/>
              </a:rPr>
              <a:t>Strictly confidential</a:t>
            </a:r>
            <a:endParaRPr sz="800">
              <a:solidFill>
                <a:srgbClr val="BFBFBF"/>
              </a:solidFill>
              <a:latin typeface="Arial"/>
              <a:ea typeface="Arial"/>
              <a:cs typeface="Arial"/>
              <a:sym typeface="Arial"/>
            </a:endParaRPr>
          </a:p>
        </p:txBody>
      </p:sp>
      <p:sp>
        <p:nvSpPr>
          <p:cNvPr id="205" name="Google Shape;205;p22"/>
          <p:cNvSpPr/>
          <p:nvPr/>
        </p:nvSpPr>
        <p:spPr>
          <a:xfrm>
            <a:off x="9086850" y="173449"/>
            <a:ext cx="57150" cy="455202"/>
          </a:xfrm>
          <a:prstGeom prst="rect">
            <a:avLst/>
          </a:prstGeom>
          <a:solidFill>
            <a:schemeClr val="dk1"/>
          </a:solidFill>
          <a:ln cap="flat" cmpd="sng" w="19050">
            <a:solidFill>
              <a:schemeClr val="dk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06" name="Google Shape;206;p22"/>
          <p:cNvSpPr/>
          <p:nvPr/>
        </p:nvSpPr>
        <p:spPr>
          <a:xfrm>
            <a:off x="9086850" y="628651"/>
            <a:ext cx="57150" cy="226922"/>
          </a:xfrm>
          <a:prstGeom prst="rect">
            <a:avLst/>
          </a:prstGeom>
          <a:solidFill>
            <a:srgbClr val="ECDFBE"/>
          </a:solidFill>
          <a:ln cap="flat" cmpd="sng" w="19050">
            <a:solidFill>
              <a:srgbClr val="ECDFBE"/>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207" name="Google Shape;207;p22"/>
          <p:cNvGrpSpPr/>
          <p:nvPr/>
        </p:nvGrpSpPr>
        <p:grpSpPr>
          <a:xfrm>
            <a:off x="-593013" y="1941581"/>
            <a:ext cx="462172" cy="1190923"/>
            <a:chOff x="-790684" y="26356"/>
            <a:chExt cx="616229" cy="1587897"/>
          </a:xfrm>
        </p:grpSpPr>
        <p:sp>
          <p:nvSpPr>
            <p:cNvPr id="208" name="Google Shape;208;p22"/>
            <p:cNvSpPr/>
            <p:nvPr/>
          </p:nvSpPr>
          <p:spPr>
            <a:xfrm>
              <a:off x="-420676" y="27573"/>
              <a:ext cx="246221" cy="246221"/>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09" name="Google Shape;209;p22"/>
            <p:cNvSpPr/>
            <p:nvPr/>
          </p:nvSpPr>
          <p:spPr>
            <a:xfrm>
              <a:off x="-420677" y="272577"/>
              <a:ext cx="246221" cy="246221"/>
            </a:xfrm>
            <a:prstGeom prst="rect">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0" name="Google Shape;210;p22"/>
            <p:cNvSpPr/>
            <p:nvPr/>
          </p:nvSpPr>
          <p:spPr>
            <a:xfrm>
              <a:off x="-422027" y="740515"/>
              <a:ext cx="246221" cy="246221"/>
            </a:xfrm>
            <a:prstGeom prst="rect">
              <a:avLst/>
            </a:prstGeom>
            <a:solidFill>
              <a:srgbClr val="3F755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1" name="Google Shape;211;p22"/>
            <p:cNvSpPr/>
            <p:nvPr/>
          </p:nvSpPr>
          <p:spPr>
            <a:xfrm>
              <a:off x="-422027" y="984911"/>
              <a:ext cx="246221" cy="246221"/>
            </a:xfrm>
            <a:prstGeom prst="rect">
              <a:avLst/>
            </a:prstGeom>
            <a:solidFill>
              <a:srgbClr val="5A957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2" name="Google Shape;212;p22"/>
            <p:cNvSpPr/>
            <p:nvPr/>
          </p:nvSpPr>
          <p:spPr>
            <a:xfrm>
              <a:off x="-790009" y="26356"/>
              <a:ext cx="246221" cy="246221"/>
            </a:xfrm>
            <a:prstGeom prst="rect">
              <a:avLst/>
            </a:prstGeom>
            <a:solidFill>
              <a:srgbClr val="B8935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3" name="Google Shape;213;p22"/>
            <p:cNvSpPr/>
            <p:nvPr/>
          </p:nvSpPr>
          <p:spPr>
            <a:xfrm>
              <a:off x="-790009" y="248073"/>
              <a:ext cx="246221" cy="246221"/>
            </a:xfrm>
            <a:prstGeom prst="rect">
              <a:avLst/>
            </a:prstGeom>
            <a:solidFill>
              <a:srgbClr val="D4A5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4" name="Google Shape;214;p22"/>
            <p:cNvSpPr/>
            <p:nvPr/>
          </p:nvSpPr>
          <p:spPr>
            <a:xfrm>
              <a:off x="-790684" y="494294"/>
              <a:ext cx="246221" cy="246221"/>
            </a:xfrm>
            <a:prstGeom prst="rect">
              <a:avLst/>
            </a:prstGeom>
            <a:solidFill>
              <a:srgbClr val="E6B78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5" name="Google Shape;215;p22"/>
            <p:cNvSpPr/>
            <p:nvPr/>
          </p:nvSpPr>
          <p:spPr>
            <a:xfrm>
              <a:off x="-420678" y="518190"/>
              <a:ext cx="246221" cy="246221"/>
            </a:xfrm>
            <a:prstGeom prst="rect">
              <a:avLst/>
            </a:prstGeom>
            <a:solidFill>
              <a:srgbClr val="2D5A4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6" name="Google Shape;216;p22"/>
            <p:cNvSpPr/>
            <p:nvPr/>
          </p:nvSpPr>
          <p:spPr>
            <a:xfrm>
              <a:off x="-422027" y="1223588"/>
              <a:ext cx="246221" cy="246221"/>
            </a:xfrm>
            <a:prstGeom prst="rect">
              <a:avLst/>
            </a:prstGeom>
            <a:solidFill>
              <a:srgbClr val="77B99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7" name="Google Shape;217;p22"/>
            <p:cNvSpPr/>
            <p:nvPr/>
          </p:nvSpPr>
          <p:spPr>
            <a:xfrm>
              <a:off x="-790009" y="900094"/>
              <a:ext cx="246221" cy="246221"/>
            </a:xfrm>
            <a:prstGeom prst="rect">
              <a:avLst/>
            </a:prstGeom>
            <a:solidFill>
              <a:srgbClr val="7F7F7F"/>
            </a:solidFill>
            <a:ln cap="flat" cmpd="sng" w="1905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8" name="Google Shape;218;p22"/>
            <p:cNvSpPr/>
            <p:nvPr/>
          </p:nvSpPr>
          <p:spPr>
            <a:xfrm>
              <a:off x="-790009" y="1121811"/>
              <a:ext cx="246221" cy="246221"/>
            </a:xfrm>
            <a:prstGeom prst="rect">
              <a:avLst/>
            </a:prstGeom>
            <a:solidFill>
              <a:srgbClr val="BFBFBF"/>
            </a:solidFill>
            <a:ln cap="flat" cmpd="sng" w="19050">
              <a:solidFill>
                <a:srgbClr val="BFBFB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9" name="Google Shape;219;p22"/>
            <p:cNvSpPr/>
            <p:nvPr/>
          </p:nvSpPr>
          <p:spPr>
            <a:xfrm>
              <a:off x="-790684" y="1368032"/>
              <a:ext cx="246221" cy="246221"/>
            </a:xfrm>
            <a:prstGeom prst="rect">
              <a:avLst/>
            </a:prstGeom>
            <a:solidFill>
              <a:srgbClr val="F2F2F2"/>
            </a:solidFill>
            <a:ln cap="flat" cmpd="sng" w="19050">
              <a:solidFill>
                <a:srgbClr val="F2F2F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sp>
        <p:nvSpPr>
          <p:cNvPr id="220" name="Google Shape;220;p22"/>
          <p:cNvSpPr txBox="1"/>
          <p:nvPr/>
        </p:nvSpPr>
        <p:spPr>
          <a:xfrm>
            <a:off x="8329359" y="4886123"/>
            <a:ext cx="737680" cy="1620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lang="ja" sz="900">
                <a:solidFill>
                  <a:srgbClr val="787878"/>
                </a:solidFill>
                <a:latin typeface="Arial"/>
                <a:ea typeface="Arial"/>
                <a:cs typeface="Arial"/>
                <a:sym typeface="Arial"/>
              </a:rPr>
              <a:t>‹#›</a:t>
            </a:fld>
            <a:endParaRPr sz="900">
              <a:solidFill>
                <a:srgbClr val="787878"/>
              </a:solidFill>
              <a:latin typeface="Arial"/>
              <a:ea typeface="Arial"/>
              <a:cs typeface="Arial"/>
              <a:sym typeface="Arial"/>
            </a:endParaRPr>
          </a:p>
        </p:txBody>
      </p:sp>
      <p:sp>
        <p:nvSpPr>
          <p:cNvPr id="221" name="Google Shape;221;p22"/>
          <p:cNvSpPr txBox="1"/>
          <p:nvPr>
            <p:ph idx="11" type="ftr"/>
          </p:nvPr>
        </p:nvSpPr>
        <p:spPr>
          <a:xfrm>
            <a:off x="7408356" y="4886123"/>
            <a:ext cx="1439689" cy="1620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guide id="3" pos="311">
          <p15:clr>
            <a:srgbClr val="FBAE40"/>
          </p15:clr>
        </p15:guide>
        <p15:guide id="4" pos="5449">
          <p15:clr>
            <a:srgbClr val="FBAE40"/>
          </p15:clr>
        </p15:guide>
        <p15:guide id="5" orient="horz" pos="2981">
          <p15:clr>
            <a:srgbClr val="FBAE40"/>
          </p15:clr>
        </p15:guide>
        <p15:guide id="6" orient="horz" pos="25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中表紙（ゴールド01）">
  <p:cSld name="中表紙（ゴールド01）">
    <p:spTree>
      <p:nvGrpSpPr>
        <p:cNvPr id="222" name="Shape 222"/>
        <p:cNvGrpSpPr/>
        <p:nvPr/>
      </p:nvGrpSpPr>
      <p:grpSpPr>
        <a:xfrm>
          <a:off x="0" y="0"/>
          <a:ext cx="0" cy="0"/>
          <a:chOff x="0" y="0"/>
          <a:chExt cx="0" cy="0"/>
        </a:xfrm>
      </p:grpSpPr>
      <p:sp>
        <p:nvSpPr>
          <p:cNvPr id="223" name="Google Shape;223;p23"/>
          <p:cNvSpPr/>
          <p:nvPr/>
        </p:nvSpPr>
        <p:spPr>
          <a:xfrm>
            <a:off x="1" y="-1"/>
            <a:ext cx="1894115" cy="5143501"/>
          </a:xfrm>
          <a:prstGeom prst="rect">
            <a:avLst/>
          </a:prstGeom>
          <a:solidFill>
            <a:srgbClr val="B8935F"/>
          </a:solidFill>
          <a:ln cap="flat" cmpd="sng" w="19050">
            <a:solidFill>
              <a:srgbClr val="B8935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24" name="Google Shape;224;p23"/>
          <p:cNvSpPr txBox="1"/>
          <p:nvPr/>
        </p:nvSpPr>
        <p:spPr>
          <a:xfrm>
            <a:off x="685448" y="2421709"/>
            <a:ext cx="523220" cy="30008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ja" sz="1500">
                <a:solidFill>
                  <a:schemeClr val="lt1"/>
                </a:solidFill>
                <a:latin typeface="Arial"/>
                <a:ea typeface="Arial"/>
                <a:cs typeface="Arial"/>
                <a:sym typeface="Arial"/>
              </a:rPr>
              <a:t>目次</a:t>
            </a:r>
            <a:endParaRPr sz="1100"/>
          </a:p>
        </p:txBody>
      </p:sp>
      <p:sp>
        <p:nvSpPr>
          <p:cNvPr id="225" name="Google Shape;225;p23"/>
          <p:cNvSpPr txBox="1"/>
          <p:nvPr/>
        </p:nvSpPr>
        <p:spPr>
          <a:xfrm>
            <a:off x="7288292" y="102394"/>
            <a:ext cx="1615916" cy="184666"/>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lang="ja" sz="800">
                <a:solidFill>
                  <a:srgbClr val="BFBFBF"/>
                </a:solidFill>
                <a:latin typeface="Arial"/>
                <a:ea typeface="Arial"/>
                <a:cs typeface="Arial"/>
                <a:sym typeface="Arial"/>
              </a:rPr>
              <a:t>Strictly confidential</a:t>
            </a:r>
            <a:endParaRPr sz="800">
              <a:solidFill>
                <a:srgbClr val="BFBFBF"/>
              </a:solidFill>
              <a:latin typeface="Arial"/>
              <a:ea typeface="Arial"/>
              <a:cs typeface="Arial"/>
              <a:sym typeface="Arial"/>
            </a:endParaRPr>
          </a:p>
        </p:txBody>
      </p:sp>
      <p:sp>
        <p:nvSpPr>
          <p:cNvPr id="226" name="Google Shape;226;p23"/>
          <p:cNvSpPr/>
          <p:nvPr/>
        </p:nvSpPr>
        <p:spPr>
          <a:xfrm>
            <a:off x="9086850" y="173449"/>
            <a:ext cx="57150" cy="455202"/>
          </a:xfrm>
          <a:prstGeom prst="rect">
            <a:avLst/>
          </a:prstGeom>
          <a:solidFill>
            <a:schemeClr val="dk1"/>
          </a:solidFill>
          <a:ln cap="flat" cmpd="sng" w="19050">
            <a:solidFill>
              <a:schemeClr val="dk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27" name="Google Shape;227;p23"/>
          <p:cNvSpPr/>
          <p:nvPr/>
        </p:nvSpPr>
        <p:spPr>
          <a:xfrm>
            <a:off x="9086850" y="628651"/>
            <a:ext cx="57150" cy="226922"/>
          </a:xfrm>
          <a:prstGeom prst="rect">
            <a:avLst/>
          </a:prstGeom>
          <a:solidFill>
            <a:srgbClr val="ECDFBE"/>
          </a:solidFill>
          <a:ln cap="flat" cmpd="sng" w="19050">
            <a:solidFill>
              <a:srgbClr val="ECDFBE"/>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228" name="Google Shape;228;p23"/>
          <p:cNvGrpSpPr/>
          <p:nvPr/>
        </p:nvGrpSpPr>
        <p:grpSpPr>
          <a:xfrm>
            <a:off x="-593013" y="1941581"/>
            <a:ext cx="462172" cy="1190923"/>
            <a:chOff x="-790684" y="26356"/>
            <a:chExt cx="616229" cy="1587897"/>
          </a:xfrm>
        </p:grpSpPr>
        <p:sp>
          <p:nvSpPr>
            <p:cNvPr id="229" name="Google Shape;229;p23"/>
            <p:cNvSpPr/>
            <p:nvPr/>
          </p:nvSpPr>
          <p:spPr>
            <a:xfrm>
              <a:off x="-420676" y="27573"/>
              <a:ext cx="246221" cy="246221"/>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30" name="Google Shape;230;p23"/>
            <p:cNvSpPr/>
            <p:nvPr/>
          </p:nvSpPr>
          <p:spPr>
            <a:xfrm>
              <a:off x="-420677" y="272577"/>
              <a:ext cx="246221" cy="246221"/>
            </a:xfrm>
            <a:prstGeom prst="rect">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31" name="Google Shape;231;p23"/>
            <p:cNvSpPr/>
            <p:nvPr/>
          </p:nvSpPr>
          <p:spPr>
            <a:xfrm>
              <a:off x="-422027" y="740515"/>
              <a:ext cx="246221" cy="246221"/>
            </a:xfrm>
            <a:prstGeom prst="rect">
              <a:avLst/>
            </a:prstGeom>
            <a:solidFill>
              <a:srgbClr val="3F755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32" name="Google Shape;232;p23"/>
            <p:cNvSpPr/>
            <p:nvPr/>
          </p:nvSpPr>
          <p:spPr>
            <a:xfrm>
              <a:off x="-422027" y="984911"/>
              <a:ext cx="246221" cy="246221"/>
            </a:xfrm>
            <a:prstGeom prst="rect">
              <a:avLst/>
            </a:prstGeom>
            <a:solidFill>
              <a:srgbClr val="5A957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33" name="Google Shape;233;p23"/>
            <p:cNvSpPr/>
            <p:nvPr/>
          </p:nvSpPr>
          <p:spPr>
            <a:xfrm>
              <a:off x="-790009" y="26356"/>
              <a:ext cx="246221" cy="246221"/>
            </a:xfrm>
            <a:prstGeom prst="rect">
              <a:avLst/>
            </a:prstGeom>
            <a:solidFill>
              <a:srgbClr val="B8935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34" name="Google Shape;234;p23"/>
            <p:cNvSpPr/>
            <p:nvPr/>
          </p:nvSpPr>
          <p:spPr>
            <a:xfrm>
              <a:off x="-790009" y="248073"/>
              <a:ext cx="246221" cy="246221"/>
            </a:xfrm>
            <a:prstGeom prst="rect">
              <a:avLst/>
            </a:prstGeom>
            <a:solidFill>
              <a:srgbClr val="D4A5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35" name="Google Shape;235;p23"/>
            <p:cNvSpPr/>
            <p:nvPr/>
          </p:nvSpPr>
          <p:spPr>
            <a:xfrm>
              <a:off x="-790684" y="494294"/>
              <a:ext cx="246221" cy="246221"/>
            </a:xfrm>
            <a:prstGeom prst="rect">
              <a:avLst/>
            </a:prstGeom>
            <a:solidFill>
              <a:srgbClr val="E6B78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36" name="Google Shape;236;p23"/>
            <p:cNvSpPr/>
            <p:nvPr/>
          </p:nvSpPr>
          <p:spPr>
            <a:xfrm>
              <a:off x="-420678" y="518190"/>
              <a:ext cx="246221" cy="246221"/>
            </a:xfrm>
            <a:prstGeom prst="rect">
              <a:avLst/>
            </a:prstGeom>
            <a:solidFill>
              <a:srgbClr val="2D5A4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37" name="Google Shape;237;p23"/>
            <p:cNvSpPr/>
            <p:nvPr/>
          </p:nvSpPr>
          <p:spPr>
            <a:xfrm>
              <a:off x="-422027" y="1223588"/>
              <a:ext cx="246221" cy="246221"/>
            </a:xfrm>
            <a:prstGeom prst="rect">
              <a:avLst/>
            </a:prstGeom>
            <a:solidFill>
              <a:srgbClr val="77B99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38" name="Google Shape;238;p23"/>
            <p:cNvSpPr/>
            <p:nvPr/>
          </p:nvSpPr>
          <p:spPr>
            <a:xfrm>
              <a:off x="-790009" y="900094"/>
              <a:ext cx="246221" cy="246221"/>
            </a:xfrm>
            <a:prstGeom prst="rect">
              <a:avLst/>
            </a:prstGeom>
            <a:solidFill>
              <a:srgbClr val="7F7F7F"/>
            </a:solidFill>
            <a:ln cap="flat" cmpd="sng" w="1905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39" name="Google Shape;239;p23"/>
            <p:cNvSpPr/>
            <p:nvPr/>
          </p:nvSpPr>
          <p:spPr>
            <a:xfrm>
              <a:off x="-790009" y="1121811"/>
              <a:ext cx="246221" cy="246221"/>
            </a:xfrm>
            <a:prstGeom prst="rect">
              <a:avLst/>
            </a:prstGeom>
            <a:solidFill>
              <a:srgbClr val="BFBFBF"/>
            </a:solidFill>
            <a:ln cap="flat" cmpd="sng" w="19050">
              <a:solidFill>
                <a:srgbClr val="BFBFB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40" name="Google Shape;240;p23"/>
            <p:cNvSpPr/>
            <p:nvPr/>
          </p:nvSpPr>
          <p:spPr>
            <a:xfrm>
              <a:off x="-790684" y="1368032"/>
              <a:ext cx="246221" cy="246221"/>
            </a:xfrm>
            <a:prstGeom prst="rect">
              <a:avLst/>
            </a:prstGeom>
            <a:solidFill>
              <a:srgbClr val="F2F2F2"/>
            </a:solidFill>
            <a:ln cap="flat" cmpd="sng" w="19050">
              <a:solidFill>
                <a:srgbClr val="F2F2F2"/>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sp>
        <p:nvSpPr>
          <p:cNvPr id="241" name="Google Shape;241;p23"/>
          <p:cNvSpPr txBox="1"/>
          <p:nvPr/>
        </p:nvSpPr>
        <p:spPr>
          <a:xfrm>
            <a:off x="8329359" y="4886123"/>
            <a:ext cx="737680" cy="1620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lang="ja" sz="900">
                <a:solidFill>
                  <a:srgbClr val="787878"/>
                </a:solidFill>
                <a:latin typeface="Arial"/>
                <a:ea typeface="Arial"/>
                <a:cs typeface="Arial"/>
                <a:sym typeface="Arial"/>
              </a:rPr>
              <a:t>‹#›</a:t>
            </a:fld>
            <a:endParaRPr sz="900">
              <a:solidFill>
                <a:srgbClr val="787878"/>
              </a:solidFill>
              <a:latin typeface="Arial"/>
              <a:ea typeface="Arial"/>
              <a:cs typeface="Arial"/>
              <a:sym typeface="Arial"/>
            </a:endParaRPr>
          </a:p>
        </p:txBody>
      </p:sp>
      <p:sp>
        <p:nvSpPr>
          <p:cNvPr id="242" name="Google Shape;242;p23"/>
          <p:cNvSpPr txBox="1"/>
          <p:nvPr>
            <p:ph idx="11" type="ftr"/>
          </p:nvPr>
        </p:nvSpPr>
        <p:spPr>
          <a:xfrm>
            <a:off x="7408356" y="4886123"/>
            <a:ext cx="1439689" cy="1620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800">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guide id="3" pos="311">
          <p15:clr>
            <a:srgbClr val="FBAE40"/>
          </p15:clr>
        </p15:guide>
        <p15:guide id="4" pos="5449">
          <p15:clr>
            <a:srgbClr val="FBAE40"/>
          </p15:clr>
        </p15:guide>
        <p15:guide id="5" orient="horz" pos="2981">
          <p15:clr>
            <a:srgbClr val="FBAE40"/>
          </p15:clr>
        </p15:guide>
        <p15:guide id="6" orient="horz" pos="259">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1.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1" type="ftr"/>
          </p:nvPr>
        </p:nvSpPr>
        <p:spPr>
          <a:xfrm>
            <a:off x="3028950" y="4752000"/>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4"/>
          <p:cNvSpPr txBox="1"/>
          <p:nvPr>
            <p:ph type="ctrTitle"/>
          </p:nvPr>
        </p:nvSpPr>
        <p:spPr>
          <a:xfrm>
            <a:off x="312285" y="1273929"/>
            <a:ext cx="5851342" cy="13500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chemeClr val="dk1"/>
              </a:buClr>
              <a:buSzPts val="2400"/>
              <a:buFont typeface="Arial"/>
              <a:buNone/>
            </a:pPr>
            <a:r>
              <a:rPr lang="ja" sz="2400"/>
              <a:t>AIエージェント導入のご提案</a:t>
            </a:r>
            <a:endParaRPr/>
          </a:p>
        </p:txBody>
      </p:sp>
      <p:sp>
        <p:nvSpPr>
          <p:cNvPr id="248" name="Google Shape;248;p24"/>
          <p:cNvSpPr txBox="1"/>
          <p:nvPr>
            <p:ph idx="1" type="subTitle"/>
          </p:nvPr>
        </p:nvSpPr>
        <p:spPr>
          <a:xfrm>
            <a:off x="312286" y="2753705"/>
            <a:ext cx="5851342" cy="13500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0"/>
              </a:spcBef>
              <a:spcAft>
                <a:spcPts val="0"/>
              </a:spcAft>
              <a:buClr>
                <a:schemeClr val="dk1"/>
              </a:buClr>
              <a:buSzPts val="1500"/>
              <a:buNone/>
            </a:pPr>
            <a:r>
              <a:t/>
            </a:r>
            <a:endParaRPr sz="1500"/>
          </a:p>
        </p:txBody>
      </p:sp>
      <p:sp>
        <p:nvSpPr>
          <p:cNvPr id="249" name="Google Shape;249;p24"/>
          <p:cNvSpPr txBox="1"/>
          <p:nvPr/>
        </p:nvSpPr>
        <p:spPr>
          <a:xfrm>
            <a:off x="311944" y="255896"/>
            <a:ext cx="5851922" cy="888047"/>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chemeClr val="dk1"/>
              </a:buClr>
              <a:buSzPts val="1800"/>
              <a:buFont typeface="Arial"/>
              <a:buNone/>
            </a:pPr>
            <a:r>
              <a:rPr lang="ja" sz="1800">
                <a:solidFill>
                  <a:schemeClr val="dk1"/>
                </a:solidFill>
              </a:rPr>
              <a:t>T社</a:t>
            </a:r>
            <a:r>
              <a:rPr b="0" i="0" lang="ja" sz="1800" u="none" cap="none" strike="noStrike">
                <a:solidFill>
                  <a:schemeClr val="dk1"/>
                </a:solidFill>
                <a:latin typeface="Arial"/>
                <a:ea typeface="Arial"/>
                <a:cs typeface="Arial"/>
                <a:sym typeface="Arial"/>
              </a:rPr>
              <a:t>鋼管</a:t>
            </a:r>
            <a:r>
              <a:rPr lang="ja" sz="1800">
                <a:solidFill>
                  <a:schemeClr val="dk1"/>
                </a:solidFill>
              </a:rPr>
              <a:t>部門</a:t>
            </a:r>
            <a:r>
              <a:rPr b="0" i="0" lang="ja" sz="1800" u="none" cap="none" strike="noStrike">
                <a:solidFill>
                  <a:schemeClr val="dk1"/>
                </a:solidFill>
                <a:latin typeface="Arial"/>
                <a:ea typeface="Arial"/>
                <a:cs typeface="Arial"/>
                <a:sym typeface="Arial"/>
              </a:rPr>
              <a:t> 御中</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5"/>
          <p:cNvSpPr txBox="1"/>
          <p:nvPr>
            <p:ph type="title"/>
          </p:nvPr>
        </p:nvSpPr>
        <p:spPr>
          <a:xfrm>
            <a:off x="255494" y="493981"/>
            <a:ext cx="8640000" cy="666027"/>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Arial"/>
              <a:buNone/>
            </a:pPr>
            <a:r>
              <a:rPr lang="ja"/>
              <a:t>鋼管</a:t>
            </a:r>
            <a:r>
              <a:rPr lang="ja"/>
              <a:t>部門</a:t>
            </a:r>
            <a:r>
              <a:rPr lang="ja"/>
              <a:t>の引合・発注業務のAIエージェント化に向けたご提案をいたします</a:t>
            </a:r>
            <a:endParaRPr/>
          </a:p>
        </p:txBody>
      </p:sp>
      <p:sp>
        <p:nvSpPr>
          <p:cNvPr id="255" name="Google Shape;255;p25"/>
          <p:cNvSpPr txBox="1"/>
          <p:nvPr>
            <p:ph idx="2" type="body"/>
          </p:nvPr>
        </p:nvSpPr>
        <p:spPr>
          <a:xfrm>
            <a:off x="255494" y="4764254"/>
            <a:ext cx="8640000" cy="285116"/>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rgbClr val="787878"/>
              </a:buClr>
              <a:buSzPts val="800"/>
              <a:buNone/>
            </a:pPr>
            <a:r>
              <a:t/>
            </a:r>
            <a:endParaRPr/>
          </a:p>
        </p:txBody>
      </p:sp>
      <p:sp>
        <p:nvSpPr>
          <p:cNvPr id="256" name="Google Shape;256;p25"/>
          <p:cNvSpPr txBox="1"/>
          <p:nvPr>
            <p:ph idx="11" type="ftr"/>
          </p:nvPr>
        </p:nvSpPr>
        <p:spPr>
          <a:xfrm>
            <a:off x="7408356" y="4886123"/>
            <a:ext cx="1439689" cy="16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ja"/>
              <a:t>©️ 2026 boostconsulting Inc.</a:t>
            </a:r>
            <a:endParaRPr/>
          </a:p>
        </p:txBody>
      </p:sp>
      <p:sp>
        <p:nvSpPr>
          <p:cNvPr id="257" name="Google Shape;257;p25"/>
          <p:cNvSpPr txBox="1"/>
          <p:nvPr>
            <p:ph idx="3" type="body"/>
          </p:nvPr>
        </p:nvSpPr>
        <p:spPr>
          <a:xfrm>
            <a:off x="255229" y="175418"/>
            <a:ext cx="8640000" cy="194210"/>
          </a:xfrm>
          <a:prstGeom prst="rect">
            <a:avLst/>
          </a:prstGeom>
          <a:noFill/>
          <a:ln>
            <a:noFill/>
          </a:ln>
        </p:spPr>
        <p:txBody>
          <a:bodyPr anchorCtr="0" anchor="ctr" bIns="34275" lIns="68575" spcFirstLastPara="1" rIns="68575" wrap="square" tIns="34275">
            <a:noAutofit/>
          </a:bodyPr>
          <a:lstStyle/>
          <a:p>
            <a:pPr indent="-177800" lvl="0" marL="177800" rtl="0" algn="l">
              <a:lnSpc>
                <a:spcPct val="100000"/>
              </a:lnSpc>
              <a:spcBef>
                <a:spcPts val="0"/>
              </a:spcBef>
              <a:spcAft>
                <a:spcPts val="0"/>
              </a:spcAft>
              <a:buClr>
                <a:schemeClr val="accent1"/>
              </a:buClr>
              <a:buSzPts val="1100"/>
              <a:buNone/>
            </a:pPr>
            <a:r>
              <a:rPr lang="ja"/>
              <a:t>エグゼクティブサマリー</a:t>
            </a:r>
            <a:endParaRPr/>
          </a:p>
        </p:txBody>
      </p:sp>
      <p:sp>
        <p:nvSpPr>
          <p:cNvPr id="258" name="Google Shape;258;p25"/>
          <p:cNvSpPr/>
          <p:nvPr/>
        </p:nvSpPr>
        <p:spPr>
          <a:xfrm>
            <a:off x="248140" y="1727411"/>
            <a:ext cx="8640366" cy="949512"/>
          </a:xfrm>
          <a:prstGeom prst="rect">
            <a:avLst/>
          </a:prstGeom>
          <a:solidFill>
            <a:srgbClr val="F5F5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200">
              <a:solidFill>
                <a:srgbClr val="000000"/>
              </a:solidFill>
              <a:latin typeface="Arial"/>
              <a:ea typeface="Arial"/>
              <a:cs typeface="Arial"/>
              <a:sym typeface="Arial"/>
            </a:endParaRPr>
          </a:p>
        </p:txBody>
      </p:sp>
      <p:sp>
        <p:nvSpPr>
          <p:cNvPr id="259" name="Google Shape;259;p25"/>
          <p:cNvSpPr/>
          <p:nvPr/>
        </p:nvSpPr>
        <p:spPr>
          <a:xfrm>
            <a:off x="248140" y="1727411"/>
            <a:ext cx="96004" cy="949512"/>
          </a:xfrm>
          <a:prstGeom prst="rect">
            <a:avLst/>
          </a:prstGeom>
          <a:solidFill>
            <a:srgbClr val="2D6A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200">
              <a:solidFill>
                <a:srgbClr val="000000"/>
              </a:solidFill>
              <a:latin typeface="Arial"/>
              <a:ea typeface="Arial"/>
              <a:cs typeface="Arial"/>
              <a:sym typeface="Arial"/>
            </a:endParaRPr>
          </a:p>
        </p:txBody>
      </p:sp>
      <p:grpSp>
        <p:nvGrpSpPr>
          <p:cNvPr id="260" name="Google Shape;260;p25"/>
          <p:cNvGrpSpPr/>
          <p:nvPr/>
        </p:nvGrpSpPr>
        <p:grpSpPr>
          <a:xfrm>
            <a:off x="536152" y="1792150"/>
            <a:ext cx="8160346" cy="820033"/>
            <a:chOff x="714869" y="1762280"/>
            <a:chExt cx="10880461" cy="1093377"/>
          </a:xfrm>
        </p:grpSpPr>
        <p:sp>
          <p:nvSpPr>
            <p:cNvPr id="261" name="Google Shape;261;p25"/>
            <p:cNvSpPr/>
            <p:nvPr/>
          </p:nvSpPr>
          <p:spPr>
            <a:xfrm>
              <a:off x="714869" y="1762280"/>
              <a:ext cx="10880461" cy="40282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ja" sz="1200">
                  <a:solidFill>
                    <a:srgbClr val="1B1B1B"/>
                  </a:solidFill>
                  <a:latin typeface="Arial"/>
                  <a:ea typeface="Arial"/>
                  <a:cs typeface="Arial"/>
                  <a:sym typeface="Arial"/>
                </a:rPr>
                <a:t>1.  プロジェクト目的</a:t>
              </a:r>
              <a:endParaRPr sz="1200">
                <a:solidFill>
                  <a:srgbClr val="000000"/>
                </a:solidFill>
                <a:latin typeface="Arial"/>
                <a:ea typeface="Arial"/>
                <a:cs typeface="Arial"/>
                <a:sym typeface="Arial"/>
              </a:endParaRPr>
            </a:p>
          </p:txBody>
        </p:sp>
        <p:sp>
          <p:nvSpPr>
            <p:cNvPr id="262" name="Google Shape;262;p25"/>
            <p:cNvSpPr/>
            <p:nvPr/>
          </p:nvSpPr>
          <p:spPr>
            <a:xfrm>
              <a:off x="714869" y="2107557"/>
              <a:ext cx="10880461" cy="748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ja" sz="1100">
                  <a:solidFill>
                    <a:srgbClr val="333333"/>
                  </a:solidFill>
                  <a:latin typeface="Arial"/>
                  <a:ea typeface="Arial"/>
                  <a:cs typeface="Arial"/>
                  <a:sym typeface="Arial"/>
                </a:rPr>
                <a:t>鋼管</a:t>
              </a:r>
              <a:r>
                <a:rPr lang="ja" sz="1100">
                  <a:solidFill>
                    <a:srgbClr val="333333"/>
                  </a:solidFill>
                </a:rPr>
                <a:t>部門</a:t>
              </a:r>
              <a:r>
                <a:rPr lang="ja" sz="1100">
                  <a:solidFill>
                    <a:srgbClr val="333333"/>
                  </a:solidFill>
                  <a:latin typeface="Arial"/>
                  <a:ea typeface="Arial"/>
                  <a:cs typeface="Arial"/>
                  <a:sym typeface="Arial"/>
                </a:rPr>
                <a:t>の「引合」「発注」業務（6領域・18タスク）にAIエージェントを導入するPoCを実施し、省人化によるコスト削減と外地への人員再配置の加速に向けた本番化に必要な判断材料を取得する</a:t>
              </a:r>
              <a:endParaRPr sz="1100">
                <a:solidFill>
                  <a:srgbClr val="000000"/>
                </a:solidFill>
                <a:latin typeface="Arial"/>
                <a:ea typeface="Arial"/>
                <a:cs typeface="Arial"/>
                <a:sym typeface="Arial"/>
              </a:endParaRPr>
            </a:p>
          </p:txBody>
        </p:sp>
      </p:grpSp>
      <p:sp>
        <p:nvSpPr>
          <p:cNvPr id="263" name="Google Shape;263;p25"/>
          <p:cNvSpPr/>
          <p:nvPr/>
        </p:nvSpPr>
        <p:spPr>
          <a:xfrm>
            <a:off x="248150" y="2806400"/>
            <a:ext cx="8640300" cy="1133400"/>
          </a:xfrm>
          <a:prstGeom prst="rect">
            <a:avLst/>
          </a:prstGeom>
          <a:solidFill>
            <a:srgbClr val="F5F5F5"/>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200">
              <a:solidFill>
                <a:srgbClr val="000000"/>
              </a:solidFill>
              <a:latin typeface="Arial"/>
              <a:ea typeface="Arial"/>
              <a:cs typeface="Arial"/>
              <a:sym typeface="Arial"/>
            </a:endParaRPr>
          </a:p>
        </p:txBody>
      </p:sp>
      <p:sp>
        <p:nvSpPr>
          <p:cNvPr id="264" name="Google Shape;264;p25"/>
          <p:cNvSpPr/>
          <p:nvPr/>
        </p:nvSpPr>
        <p:spPr>
          <a:xfrm>
            <a:off x="248150" y="2806400"/>
            <a:ext cx="96000" cy="1133400"/>
          </a:xfrm>
          <a:prstGeom prst="rect">
            <a:avLst/>
          </a:prstGeom>
          <a:solidFill>
            <a:srgbClr val="2D6A4F"/>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200">
              <a:solidFill>
                <a:srgbClr val="000000"/>
              </a:solidFill>
              <a:latin typeface="Arial"/>
              <a:ea typeface="Arial"/>
              <a:cs typeface="Arial"/>
              <a:sym typeface="Arial"/>
            </a:endParaRPr>
          </a:p>
        </p:txBody>
      </p:sp>
      <p:grpSp>
        <p:nvGrpSpPr>
          <p:cNvPr id="265" name="Google Shape;265;p25"/>
          <p:cNvGrpSpPr/>
          <p:nvPr/>
        </p:nvGrpSpPr>
        <p:grpSpPr>
          <a:xfrm>
            <a:off x="536152" y="2871141"/>
            <a:ext cx="8160346" cy="820033"/>
            <a:chOff x="714869" y="3200934"/>
            <a:chExt cx="10880461" cy="1093377"/>
          </a:xfrm>
        </p:grpSpPr>
        <p:sp>
          <p:nvSpPr>
            <p:cNvPr id="266" name="Google Shape;266;p25"/>
            <p:cNvSpPr/>
            <p:nvPr/>
          </p:nvSpPr>
          <p:spPr>
            <a:xfrm>
              <a:off x="714869" y="3200934"/>
              <a:ext cx="10880461" cy="40282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ja" sz="1200">
                  <a:solidFill>
                    <a:srgbClr val="1B1B1B"/>
                  </a:solidFill>
                  <a:latin typeface="Arial"/>
                  <a:ea typeface="Arial"/>
                  <a:cs typeface="Arial"/>
                  <a:sym typeface="Arial"/>
                </a:rPr>
                <a:t>2.  ご提案の要旨</a:t>
              </a:r>
              <a:endParaRPr sz="1200">
                <a:solidFill>
                  <a:srgbClr val="000000"/>
                </a:solidFill>
                <a:latin typeface="Arial"/>
                <a:ea typeface="Arial"/>
                <a:cs typeface="Arial"/>
                <a:sym typeface="Arial"/>
              </a:endParaRPr>
            </a:p>
          </p:txBody>
        </p:sp>
        <p:sp>
          <p:nvSpPr>
            <p:cNvPr id="267" name="Google Shape;267;p25"/>
            <p:cNvSpPr/>
            <p:nvPr/>
          </p:nvSpPr>
          <p:spPr>
            <a:xfrm>
              <a:off x="714869" y="3546211"/>
              <a:ext cx="10880461" cy="748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lang="ja" sz="1100">
                  <a:solidFill>
                    <a:srgbClr val="333333"/>
                  </a:solidFill>
                  <a:latin typeface="Arial"/>
                  <a:ea typeface="Arial"/>
                  <a:cs typeface="Arial"/>
                  <a:sym typeface="Arial"/>
                </a:rPr>
                <a:t>PoC対象の18タスクから4つのコア機能（データ読込・加工、データ参照・示唆、チェック審査、英語翻訳）を類型化し、業務領域ごとに組み合わせて実装することで、開発効率化と他ラインへの横展開を前提とした設計を実現する。商社トレーディング業務に精通したコンサルタントと東大松尾研発のAIエンジニアが暗黙知のルール言語化からHITL前提のTo-Be業務設計・現場定着まで一貫して支援する</a:t>
              </a:r>
              <a:endParaRPr sz="1100">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ph type="title"/>
          </p:nvPr>
        </p:nvSpPr>
        <p:spPr>
          <a:xfrm>
            <a:off x="255494" y="493981"/>
            <a:ext cx="8640000" cy="666027"/>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Arial"/>
              <a:buNone/>
            </a:pPr>
            <a:r>
              <a:rPr lang="ja"/>
              <a:t>AIエージェントの導入により、鋼管</a:t>
            </a:r>
            <a:r>
              <a:rPr lang="ja"/>
              <a:t>部門</a:t>
            </a:r>
            <a:r>
              <a:rPr lang="ja"/>
              <a:t>の「引合」「発注」業務を省人化し、コスト削減とともに外地への人員再配置を加速</a:t>
            </a:r>
            <a:endParaRPr/>
          </a:p>
        </p:txBody>
      </p:sp>
      <p:sp>
        <p:nvSpPr>
          <p:cNvPr id="273" name="Google Shape;273;p26"/>
          <p:cNvSpPr txBox="1"/>
          <p:nvPr>
            <p:ph idx="2" type="body"/>
          </p:nvPr>
        </p:nvSpPr>
        <p:spPr>
          <a:xfrm>
            <a:off x="255494" y="4764254"/>
            <a:ext cx="8640000" cy="285116"/>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rgbClr val="787878"/>
              </a:buClr>
              <a:buSzPts val="800"/>
              <a:buNone/>
            </a:pPr>
            <a:r>
              <a:t/>
            </a:r>
            <a:endParaRPr/>
          </a:p>
        </p:txBody>
      </p:sp>
      <p:sp>
        <p:nvSpPr>
          <p:cNvPr id="274" name="Google Shape;274;p26"/>
          <p:cNvSpPr txBox="1"/>
          <p:nvPr>
            <p:ph idx="11" type="ftr"/>
          </p:nvPr>
        </p:nvSpPr>
        <p:spPr>
          <a:xfrm>
            <a:off x="7408356" y="4886123"/>
            <a:ext cx="1439689" cy="16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ja">
                <a:solidFill>
                  <a:srgbClr val="BFBFBF"/>
                </a:solidFill>
              </a:rPr>
              <a:t>©️ 2026 boostconsulting Inc.</a:t>
            </a:r>
            <a:endParaRPr>
              <a:solidFill>
                <a:srgbClr val="BFBFBF"/>
              </a:solidFill>
              <a:latin typeface="Arial"/>
              <a:ea typeface="Arial"/>
              <a:cs typeface="Arial"/>
              <a:sym typeface="Arial"/>
            </a:endParaRPr>
          </a:p>
        </p:txBody>
      </p:sp>
      <p:sp>
        <p:nvSpPr>
          <p:cNvPr id="275" name="Google Shape;275;p26"/>
          <p:cNvSpPr txBox="1"/>
          <p:nvPr>
            <p:ph idx="3" type="body"/>
          </p:nvPr>
        </p:nvSpPr>
        <p:spPr>
          <a:xfrm>
            <a:off x="255229" y="175418"/>
            <a:ext cx="8640000" cy="194210"/>
          </a:xfrm>
          <a:prstGeom prst="rect">
            <a:avLst/>
          </a:prstGeom>
          <a:noFill/>
          <a:ln>
            <a:noFill/>
          </a:ln>
        </p:spPr>
        <p:txBody>
          <a:bodyPr anchorCtr="0" anchor="ctr" bIns="34275" lIns="68575" spcFirstLastPara="1" rIns="68575" wrap="square" tIns="34275">
            <a:noAutofit/>
          </a:bodyPr>
          <a:lstStyle/>
          <a:p>
            <a:pPr indent="-177800" lvl="0" marL="177800" rtl="0" algn="l">
              <a:lnSpc>
                <a:spcPct val="100000"/>
              </a:lnSpc>
              <a:spcBef>
                <a:spcPts val="0"/>
              </a:spcBef>
              <a:spcAft>
                <a:spcPts val="0"/>
              </a:spcAft>
              <a:buClr>
                <a:schemeClr val="accent1"/>
              </a:buClr>
              <a:buSzPts val="1100"/>
              <a:buNone/>
            </a:pPr>
            <a:r>
              <a:rPr lang="ja"/>
              <a:t>1.1 本プロジェクトの背景と目的</a:t>
            </a:r>
            <a:endParaRPr/>
          </a:p>
        </p:txBody>
      </p:sp>
      <p:pic>
        <p:nvPicPr>
          <p:cNvPr descr="グラフィカル ユーザー インターフェイス, アプリケーション  AI 生成コンテンツは誤りを含む可能性があります。" id="276" name="Google Shape;276;p26"/>
          <p:cNvPicPr preferRelativeResize="0"/>
          <p:nvPr/>
        </p:nvPicPr>
        <p:blipFill rotWithShape="1">
          <a:blip r:embed="rId3">
            <a:alphaModFix/>
          </a:blip>
          <a:srcRect b="0" l="0" r="0" t="2422"/>
          <a:stretch/>
        </p:blipFill>
        <p:spPr>
          <a:xfrm>
            <a:off x="1486310" y="1160008"/>
            <a:ext cx="6171381" cy="3428007"/>
          </a:xfrm>
          <a:prstGeom prst="rect">
            <a:avLst/>
          </a:prstGeom>
          <a:no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cxnSp>
        <p:nvCxnSpPr>
          <p:cNvPr id="281" name="Google Shape;281;p27"/>
          <p:cNvCxnSpPr/>
          <p:nvPr/>
        </p:nvCxnSpPr>
        <p:spPr>
          <a:xfrm>
            <a:off x="257175" y="434340"/>
            <a:ext cx="8686913" cy="0"/>
          </a:xfrm>
          <a:prstGeom prst="straightConnector1">
            <a:avLst/>
          </a:prstGeom>
          <a:noFill/>
          <a:ln cap="flat" cmpd="sng" w="25400">
            <a:solidFill>
              <a:srgbClr val="D9D9D9"/>
            </a:solidFill>
            <a:prstDash val="solid"/>
            <a:round/>
            <a:headEnd len="sm" w="sm" type="none"/>
            <a:tailEnd len="sm" w="sm" type="none"/>
          </a:ln>
        </p:spPr>
      </p:cxnSp>
      <p:sp>
        <p:nvSpPr>
          <p:cNvPr descr="データベース 枠線" id="282" name="Google Shape;282;p27"/>
          <p:cNvSpPr txBox="1"/>
          <p:nvPr>
            <p:ph idx="2" type="body"/>
          </p:nvPr>
        </p:nvSpPr>
        <p:spPr>
          <a:xfrm>
            <a:off x="2119413" y="1719642"/>
            <a:ext cx="285750" cy="204391"/>
          </a:xfrm>
          <a:prstGeom prst="rect">
            <a:avLst/>
          </a:prstGeom>
          <a:noFill/>
          <a:ln>
            <a:noFill/>
          </a:ln>
        </p:spPr>
        <p:txBody>
          <a:bodyPr anchorCtr="0" anchor="t" bIns="34275" lIns="68575" spcFirstLastPara="1" rIns="68575" wrap="square" tIns="34275">
            <a:noAutofit/>
          </a:bodyPr>
          <a:lstStyle/>
          <a:p>
            <a:pPr indent="0" lvl="0" marL="0" rtl="0" algn="l">
              <a:spcBef>
                <a:spcPts val="800"/>
              </a:spcBef>
              <a:spcAft>
                <a:spcPts val="0"/>
              </a:spcAft>
              <a:buNone/>
            </a:pPr>
            <a:r>
              <a:t/>
            </a:r>
            <a:endParaRPr/>
          </a:p>
        </p:txBody>
      </p:sp>
      <p:sp>
        <p:nvSpPr>
          <p:cNvPr id="283" name="Google Shape;283;p27"/>
          <p:cNvSpPr txBox="1"/>
          <p:nvPr>
            <p:ph idx="3" type="body"/>
          </p:nvPr>
        </p:nvSpPr>
        <p:spPr>
          <a:xfrm>
            <a:off x="255229" y="175418"/>
            <a:ext cx="8640000" cy="194210"/>
          </a:xfrm>
          <a:prstGeom prst="rect">
            <a:avLst/>
          </a:prstGeom>
          <a:noFill/>
          <a:ln>
            <a:noFill/>
          </a:ln>
        </p:spPr>
        <p:txBody>
          <a:bodyPr anchorCtr="0" anchor="ctr" bIns="34275" lIns="68575" spcFirstLastPara="1" rIns="68575" wrap="square" tIns="34275">
            <a:noAutofit/>
          </a:bodyPr>
          <a:lstStyle/>
          <a:p>
            <a:pPr indent="-177800" lvl="0" marL="177800" rtl="0" algn="l">
              <a:lnSpc>
                <a:spcPct val="100000"/>
              </a:lnSpc>
              <a:spcBef>
                <a:spcPts val="0"/>
              </a:spcBef>
              <a:spcAft>
                <a:spcPts val="0"/>
              </a:spcAft>
              <a:buClr>
                <a:schemeClr val="accent1"/>
              </a:buClr>
              <a:buSzPts val="1100"/>
              <a:buNone/>
            </a:pPr>
            <a:r>
              <a:rPr lang="ja"/>
              <a:t>＜補足＞a. データ構造化・成果物生成</a:t>
            </a:r>
            <a:endParaRPr/>
          </a:p>
        </p:txBody>
      </p:sp>
      <p:sp>
        <p:nvSpPr>
          <p:cNvPr id="284" name="Google Shape;284;p27"/>
          <p:cNvSpPr/>
          <p:nvPr/>
        </p:nvSpPr>
        <p:spPr>
          <a:xfrm>
            <a:off x="255230" y="1699592"/>
            <a:ext cx="814781" cy="1115171"/>
          </a:xfrm>
          <a:prstGeom prst="flowChartProcess">
            <a:avLst/>
          </a:prstGeom>
          <a:solidFill>
            <a:srgbClr val="3F7556"/>
          </a:solidFill>
          <a:ln cap="flat" cmpd="sng" w="1905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chemeClr val="lt1"/>
                </a:solidFill>
                <a:latin typeface="Arial"/>
                <a:ea typeface="Arial"/>
                <a:cs typeface="Arial"/>
                <a:sym typeface="Arial"/>
              </a:rPr>
              <a:t>パイプライン</a:t>
            </a:r>
            <a:endParaRPr sz="1100"/>
          </a:p>
        </p:txBody>
      </p:sp>
      <p:sp>
        <p:nvSpPr>
          <p:cNvPr id="285" name="Google Shape;285;p27"/>
          <p:cNvSpPr/>
          <p:nvPr/>
        </p:nvSpPr>
        <p:spPr>
          <a:xfrm>
            <a:off x="255230" y="2912567"/>
            <a:ext cx="814781" cy="1303612"/>
          </a:xfrm>
          <a:prstGeom prst="flowChartProcess">
            <a:avLst/>
          </a:prstGeom>
          <a:solidFill>
            <a:srgbClr val="3F7556"/>
          </a:solidFill>
          <a:ln cap="flat" cmpd="sng" w="1905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chemeClr val="lt1"/>
                </a:solidFill>
                <a:latin typeface="Arial"/>
                <a:ea typeface="Arial"/>
                <a:cs typeface="Arial"/>
                <a:sym typeface="Arial"/>
              </a:rPr>
              <a:t>実施事項</a:t>
            </a:r>
            <a:endParaRPr sz="1100"/>
          </a:p>
        </p:txBody>
      </p:sp>
      <p:sp>
        <p:nvSpPr>
          <p:cNvPr id="286" name="Google Shape;286;p27"/>
          <p:cNvSpPr/>
          <p:nvPr/>
        </p:nvSpPr>
        <p:spPr>
          <a:xfrm>
            <a:off x="255230" y="4266011"/>
            <a:ext cx="814781" cy="568309"/>
          </a:xfrm>
          <a:prstGeom prst="flowChartProcess">
            <a:avLst/>
          </a:prstGeom>
          <a:solidFill>
            <a:srgbClr val="3F7556"/>
          </a:solidFill>
          <a:ln cap="flat" cmpd="sng" w="1905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chemeClr val="lt1"/>
                </a:solidFill>
                <a:latin typeface="Arial"/>
                <a:ea typeface="Arial"/>
                <a:cs typeface="Arial"/>
                <a:sym typeface="Arial"/>
              </a:rPr>
              <a:t>テック</a:t>
            </a:r>
            <a:endParaRPr b="1" sz="1100">
              <a:solidFill>
                <a:schemeClr val="lt1"/>
              </a:solidFill>
              <a:latin typeface="Arial"/>
              <a:ea typeface="Arial"/>
              <a:cs typeface="Arial"/>
              <a:sym typeface="Arial"/>
            </a:endParaRPr>
          </a:p>
          <a:p>
            <a:pPr indent="0" lvl="0" marL="0" marR="0" rtl="0" algn="ctr">
              <a:spcBef>
                <a:spcPts val="0"/>
              </a:spcBef>
              <a:spcAft>
                <a:spcPts val="0"/>
              </a:spcAft>
              <a:buNone/>
            </a:pPr>
            <a:r>
              <a:rPr b="1" lang="ja" sz="1100">
                <a:solidFill>
                  <a:schemeClr val="lt1"/>
                </a:solidFill>
                <a:latin typeface="Arial"/>
                <a:ea typeface="Arial"/>
                <a:cs typeface="Arial"/>
                <a:sym typeface="Arial"/>
              </a:rPr>
              <a:t>スタック</a:t>
            </a:r>
            <a:endParaRPr sz="1100"/>
          </a:p>
        </p:txBody>
      </p:sp>
      <p:sp>
        <p:nvSpPr>
          <p:cNvPr descr="データベース 枠線" id="287" name="Google Shape;287;p27"/>
          <p:cNvSpPr/>
          <p:nvPr/>
        </p:nvSpPr>
        <p:spPr>
          <a:xfrm>
            <a:off x="2119413" y="1928507"/>
            <a:ext cx="285750" cy="204391"/>
          </a:xfrm>
          <a:prstGeom prst="rect">
            <a:avLst/>
          </a:prstGeom>
          <a:noFill/>
          <a:ln>
            <a:noFill/>
          </a:ln>
        </p:spPr>
      </p:sp>
      <p:sp>
        <p:nvSpPr>
          <p:cNvPr descr="データベース 枠線" id="288" name="Google Shape;288;p27"/>
          <p:cNvSpPr/>
          <p:nvPr/>
        </p:nvSpPr>
        <p:spPr>
          <a:xfrm>
            <a:off x="2332226" y="1724117"/>
            <a:ext cx="285750" cy="204391"/>
          </a:xfrm>
          <a:prstGeom prst="rect">
            <a:avLst/>
          </a:prstGeom>
          <a:noFill/>
          <a:ln>
            <a:noFill/>
          </a:ln>
        </p:spPr>
      </p:sp>
      <p:sp>
        <p:nvSpPr>
          <p:cNvPr id="289" name="Google Shape;289;p27"/>
          <p:cNvSpPr/>
          <p:nvPr/>
        </p:nvSpPr>
        <p:spPr>
          <a:xfrm>
            <a:off x="1669774" y="2912567"/>
            <a:ext cx="1434128" cy="1303613"/>
          </a:xfrm>
          <a:prstGeom prst="flowChartProcess">
            <a:avLst/>
          </a:prstGeom>
          <a:noFill/>
          <a:ln>
            <a:noFill/>
          </a:ln>
        </p:spPr>
        <p:txBody>
          <a:bodyPr anchorCtr="0" anchor="ctr" bIns="34275" lIns="68575" spcFirstLastPara="1" rIns="68575" wrap="square" tIns="34275">
            <a:noAutofit/>
          </a:bodyPr>
          <a:lstStyle/>
          <a:p>
            <a:pPr indent="-101600" lvl="0" marL="1016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PPTは、PDF変換（マルチモーダルLLMに入力可能な形式に統一）</a:t>
            </a:r>
            <a:endParaRPr sz="1100"/>
          </a:p>
          <a:p>
            <a:pPr indent="-101600" lvl="0" marL="1016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PDF / Wordは、マルチモーダルLLMで画像として理解し、言語化</a:t>
            </a:r>
            <a:endParaRPr sz="1100"/>
          </a:p>
          <a:p>
            <a:pPr indent="-101600" lvl="0" marL="1016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Excelは、DataFrame化し、パスワード保護Excelの復号も実施</a:t>
            </a:r>
            <a:endParaRPr sz="1100"/>
          </a:p>
        </p:txBody>
      </p:sp>
      <p:sp>
        <p:nvSpPr>
          <p:cNvPr id="290" name="Google Shape;290;p27"/>
          <p:cNvSpPr/>
          <p:nvPr/>
        </p:nvSpPr>
        <p:spPr>
          <a:xfrm>
            <a:off x="1669774" y="1347746"/>
            <a:ext cx="1434128" cy="285116"/>
          </a:xfrm>
          <a:prstGeom prst="homePlate">
            <a:avLst>
              <a:gd fmla="val 50000" name="adj"/>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chemeClr val="lt1"/>
                </a:solidFill>
                <a:latin typeface="Arial"/>
                <a:ea typeface="Arial"/>
                <a:cs typeface="Arial"/>
                <a:sym typeface="Arial"/>
              </a:rPr>
              <a:t>文書変換・理解</a:t>
            </a:r>
            <a:endParaRPr sz="1100"/>
          </a:p>
        </p:txBody>
      </p:sp>
      <p:sp>
        <p:nvSpPr>
          <p:cNvPr id="291" name="Google Shape;291;p27"/>
          <p:cNvSpPr/>
          <p:nvPr/>
        </p:nvSpPr>
        <p:spPr>
          <a:xfrm>
            <a:off x="3117605" y="1347746"/>
            <a:ext cx="1434128" cy="285116"/>
          </a:xfrm>
          <a:prstGeom prst="homePlate">
            <a:avLst>
              <a:gd fmla="val 50000" name="adj"/>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chemeClr val="lt1"/>
                </a:solidFill>
                <a:latin typeface="Arial"/>
                <a:ea typeface="Arial"/>
                <a:cs typeface="Arial"/>
                <a:sym typeface="Arial"/>
              </a:rPr>
              <a:t>コンテキスト選択</a:t>
            </a:r>
            <a:endParaRPr sz="1100"/>
          </a:p>
        </p:txBody>
      </p:sp>
      <p:sp>
        <p:nvSpPr>
          <p:cNvPr id="292" name="Google Shape;292;p27"/>
          <p:cNvSpPr/>
          <p:nvPr/>
        </p:nvSpPr>
        <p:spPr>
          <a:xfrm>
            <a:off x="4565438" y="1347746"/>
            <a:ext cx="1434128" cy="285116"/>
          </a:xfrm>
          <a:prstGeom prst="homePlate">
            <a:avLst>
              <a:gd fmla="val 50000" name="adj"/>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chemeClr val="lt1"/>
                </a:solidFill>
                <a:latin typeface="Arial"/>
                <a:ea typeface="Arial"/>
                <a:cs typeface="Arial"/>
                <a:sym typeface="Arial"/>
              </a:rPr>
              <a:t>構造化データ変換</a:t>
            </a:r>
            <a:endParaRPr sz="1100"/>
          </a:p>
        </p:txBody>
      </p:sp>
      <p:sp>
        <p:nvSpPr>
          <p:cNvPr id="293" name="Google Shape;293;p27"/>
          <p:cNvSpPr/>
          <p:nvPr/>
        </p:nvSpPr>
        <p:spPr>
          <a:xfrm>
            <a:off x="6013269" y="1347746"/>
            <a:ext cx="1434127" cy="285116"/>
          </a:xfrm>
          <a:prstGeom prst="homePlate">
            <a:avLst>
              <a:gd fmla="val 50000" name="adj"/>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chemeClr val="lt1"/>
                </a:solidFill>
                <a:latin typeface="Arial"/>
                <a:ea typeface="Arial"/>
                <a:cs typeface="Arial"/>
                <a:sym typeface="Arial"/>
              </a:rPr>
              <a:t>フィールドマッピング</a:t>
            </a:r>
            <a:endParaRPr sz="1100"/>
          </a:p>
        </p:txBody>
      </p:sp>
      <p:sp>
        <p:nvSpPr>
          <p:cNvPr id="294" name="Google Shape;294;p27"/>
          <p:cNvSpPr/>
          <p:nvPr/>
        </p:nvSpPr>
        <p:spPr>
          <a:xfrm>
            <a:off x="7461101" y="1347746"/>
            <a:ext cx="1434127" cy="285116"/>
          </a:xfrm>
          <a:prstGeom prst="homePlate">
            <a:avLst>
              <a:gd fmla="val 50000" name="adj"/>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100">
                <a:solidFill>
                  <a:schemeClr val="lt1"/>
                </a:solidFill>
                <a:latin typeface="Arial"/>
                <a:ea typeface="Arial"/>
                <a:cs typeface="Arial"/>
                <a:sym typeface="Arial"/>
              </a:rPr>
              <a:t>成果物出力</a:t>
            </a:r>
            <a:endParaRPr sz="1100"/>
          </a:p>
        </p:txBody>
      </p:sp>
      <p:sp>
        <p:nvSpPr>
          <p:cNvPr id="295" name="Google Shape;295;p27"/>
          <p:cNvSpPr/>
          <p:nvPr/>
        </p:nvSpPr>
        <p:spPr>
          <a:xfrm>
            <a:off x="3117606" y="2912567"/>
            <a:ext cx="1434128" cy="1303613"/>
          </a:xfrm>
          <a:prstGeom prst="flowChartProcess">
            <a:avLst/>
          </a:prstGeom>
          <a:noFill/>
          <a:ln>
            <a:noFill/>
          </a:ln>
        </p:spPr>
        <p:txBody>
          <a:bodyPr anchorCtr="0" anchor="ctr" bIns="34275" lIns="68575" spcFirstLastPara="1" rIns="68575" wrap="square" tIns="34275">
            <a:noAutofit/>
          </a:bodyPr>
          <a:lstStyle/>
          <a:p>
            <a:pPr indent="-101600" lvl="0" marL="1016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1タスクに必要な情報を複数ファイルから抽出</a:t>
            </a:r>
            <a:endParaRPr sz="800">
              <a:solidFill>
                <a:schemeClr val="dk1"/>
              </a:solidFill>
              <a:latin typeface="Arial"/>
              <a:ea typeface="Arial"/>
              <a:cs typeface="Arial"/>
              <a:sym typeface="Arial"/>
            </a:endParaRPr>
          </a:p>
          <a:p>
            <a:pPr indent="-101600" lvl="0" marL="2032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大規模文書は目次ベースで必要セクションのみ選択抽出</a:t>
            </a:r>
            <a:endParaRPr sz="1100"/>
          </a:p>
          <a:p>
            <a:pPr indent="-101600" lvl="0" marL="1016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テーブルデータとテキストデータを統合し、LLMに渡すコンテキストを組み立て</a:t>
            </a:r>
            <a:endParaRPr sz="1100"/>
          </a:p>
        </p:txBody>
      </p:sp>
      <p:sp>
        <p:nvSpPr>
          <p:cNvPr id="296" name="Google Shape;296;p27"/>
          <p:cNvSpPr/>
          <p:nvPr/>
        </p:nvSpPr>
        <p:spPr>
          <a:xfrm>
            <a:off x="4565438" y="2912567"/>
            <a:ext cx="1434128" cy="1303613"/>
          </a:xfrm>
          <a:prstGeom prst="flowChartProcess">
            <a:avLst/>
          </a:prstGeom>
          <a:noFill/>
          <a:ln>
            <a:noFill/>
          </a:ln>
        </p:spPr>
        <p:txBody>
          <a:bodyPr anchorCtr="0" anchor="ctr" bIns="34275" lIns="68575" spcFirstLastPara="1" rIns="68575" wrap="square" tIns="34275">
            <a:noAutofit/>
          </a:bodyPr>
          <a:lstStyle/>
          <a:p>
            <a:pPr indent="-101600" lvl="0" marL="1016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必要データを構造化データ(JSON)に変換</a:t>
            </a:r>
            <a:endParaRPr sz="800">
              <a:solidFill>
                <a:schemeClr val="dk1"/>
              </a:solidFill>
              <a:latin typeface="Arial"/>
              <a:ea typeface="Arial"/>
              <a:cs typeface="Arial"/>
              <a:sym typeface="Arial"/>
            </a:endParaRPr>
          </a:p>
          <a:p>
            <a:pPr indent="-101600" lvl="0" marL="2032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LLMのStructured Output機能を利用し、Pydanticで定義したJSON Schemaを指定</a:t>
            </a:r>
            <a:endParaRPr sz="800">
              <a:solidFill>
                <a:schemeClr val="dk1"/>
              </a:solidFill>
              <a:latin typeface="Arial"/>
              <a:ea typeface="Arial"/>
              <a:cs typeface="Arial"/>
              <a:sym typeface="Arial"/>
            </a:endParaRPr>
          </a:p>
        </p:txBody>
      </p:sp>
      <p:sp>
        <p:nvSpPr>
          <p:cNvPr id="297" name="Google Shape;297;p27"/>
          <p:cNvSpPr/>
          <p:nvPr/>
        </p:nvSpPr>
        <p:spPr>
          <a:xfrm>
            <a:off x="6013270" y="2912567"/>
            <a:ext cx="1434128" cy="1303613"/>
          </a:xfrm>
          <a:prstGeom prst="flowChartProcess">
            <a:avLst/>
          </a:prstGeom>
          <a:noFill/>
          <a:ln>
            <a:noFill/>
          </a:ln>
        </p:spPr>
        <p:txBody>
          <a:bodyPr anchorCtr="0" anchor="ctr" bIns="34275" lIns="68575" spcFirstLastPara="1" rIns="68575" wrap="square" tIns="34275">
            <a:noAutofit/>
          </a:bodyPr>
          <a:lstStyle/>
          <a:p>
            <a:pPr indent="-101600" lvl="0" marL="1016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マッピング定義(JSON)に基づき変換</a:t>
            </a:r>
            <a:endParaRPr sz="1100"/>
          </a:p>
          <a:p>
            <a:pPr indent="-101600" lvl="0" marL="2032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直接転記 / コード変換（Grade, ネジ種, 拠点等）/ 単位変換（ft→mtr→MT）</a:t>
            </a:r>
            <a:endParaRPr sz="1100"/>
          </a:p>
          <a:p>
            <a:pPr indent="-101600" lvl="0" marL="2032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ルールベースで確定できる変換なので、LLMを通さずPythonで直接処理</a:t>
            </a:r>
            <a:endParaRPr sz="1100"/>
          </a:p>
        </p:txBody>
      </p:sp>
      <p:sp>
        <p:nvSpPr>
          <p:cNvPr id="298" name="Google Shape;298;p27"/>
          <p:cNvSpPr/>
          <p:nvPr/>
        </p:nvSpPr>
        <p:spPr>
          <a:xfrm>
            <a:off x="7461101" y="2912567"/>
            <a:ext cx="1434127" cy="1303613"/>
          </a:xfrm>
          <a:prstGeom prst="flowChartProcess">
            <a:avLst/>
          </a:prstGeom>
          <a:noFill/>
          <a:ln>
            <a:noFill/>
          </a:ln>
        </p:spPr>
        <p:txBody>
          <a:bodyPr anchorCtr="0" anchor="ctr" bIns="34275" lIns="68575" spcFirstLastPara="1" rIns="68575" wrap="square" tIns="34275">
            <a:noAutofit/>
          </a:bodyPr>
          <a:lstStyle/>
          <a:p>
            <a:pPr indent="-101600" lvl="0" marL="1016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成果物を様々な形で出力</a:t>
            </a:r>
            <a:endParaRPr sz="800">
              <a:solidFill>
                <a:schemeClr val="dk1"/>
              </a:solidFill>
              <a:latin typeface="Arial"/>
              <a:ea typeface="Arial"/>
              <a:cs typeface="Arial"/>
              <a:sym typeface="Arial"/>
            </a:endParaRPr>
          </a:p>
          <a:p>
            <a:pPr indent="-101600" lvl="0" marL="2032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ファイル出力: Excel / Word / PDFテンプレートに書き出し</a:t>
            </a:r>
            <a:endParaRPr sz="1100"/>
          </a:p>
          <a:p>
            <a:pPr indent="-101600" lvl="0" marL="2032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システム連携: Salesforce / KDシステム等へのデータ投入</a:t>
            </a:r>
            <a:endParaRPr sz="1100"/>
          </a:p>
          <a:p>
            <a:pPr indent="-101600" lvl="0" marL="2032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データ保持: 構造化JSONとして保持し、後続タスクの入力として利用</a:t>
            </a:r>
            <a:endParaRPr sz="1100"/>
          </a:p>
        </p:txBody>
      </p:sp>
      <p:sp>
        <p:nvSpPr>
          <p:cNvPr id="299" name="Google Shape;299;p27"/>
          <p:cNvSpPr/>
          <p:nvPr/>
        </p:nvSpPr>
        <p:spPr>
          <a:xfrm>
            <a:off x="1669774" y="4266011"/>
            <a:ext cx="1434128" cy="568308"/>
          </a:xfrm>
          <a:prstGeom prst="flowChartProcess">
            <a:avLst/>
          </a:prstGeom>
          <a:noFill/>
          <a:ln>
            <a:noFill/>
          </a:ln>
        </p:spPr>
        <p:txBody>
          <a:bodyPr anchorCtr="0" anchor="ctr" bIns="34275" lIns="68575" spcFirstLastPara="1" rIns="68575" wrap="square" tIns="34275">
            <a:noAutofit/>
          </a:bodyPr>
          <a:lstStyle/>
          <a:p>
            <a:pPr indent="-114300" lvl="0" marL="1143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マルチモーダルLLM(Claude / Gemini / GPT)、PyMuPDF、openpyxl、pandas、msoffcrypto-tool</a:t>
            </a:r>
            <a:endParaRPr sz="800">
              <a:solidFill>
                <a:schemeClr val="dk1"/>
              </a:solidFill>
              <a:latin typeface="Arial"/>
              <a:ea typeface="Arial"/>
              <a:cs typeface="Arial"/>
              <a:sym typeface="Arial"/>
            </a:endParaRPr>
          </a:p>
        </p:txBody>
      </p:sp>
      <p:sp>
        <p:nvSpPr>
          <p:cNvPr id="300" name="Google Shape;300;p27"/>
          <p:cNvSpPr/>
          <p:nvPr/>
        </p:nvSpPr>
        <p:spPr>
          <a:xfrm>
            <a:off x="3117606" y="4266011"/>
            <a:ext cx="1434128" cy="568308"/>
          </a:xfrm>
          <a:prstGeom prst="flowChartProcess">
            <a:avLst/>
          </a:prstGeom>
          <a:noFill/>
          <a:ln>
            <a:noFill/>
          </a:ln>
        </p:spPr>
        <p:txBody>
          <a:bodyPr anchorCtr="0" anchor="ctr" bIns="34275" lIns="68575" spcFirstLastPara="1" rIns="68575" wrap="square" tIns="34275">
            <a:noAutofit/>
          </a:bodyPr>
          <a:lstStyle/>
          <a:p>
            <a:pPr indent="-114300" lvl="0" marL="1143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LangChain</a:t>
            </a:r>
            <a:endParaRPr sz="800">
              <a:solidFill>
                <a:schemeClr val="dk1"/>
              </a:solidFill>
              <a:latin typeface="Arial"/>
              <a:ea typeface="Arial"/>
              <a:cs typeface="Arial"/>
              <a:sym typeface="Arial"/>
            </a:endParaRPr>
          </a:p>
        </p:txBody>
      </p:sp>
      <p:sp>
        <p:nvSpPr>
          <p:cNvPr id="301" name="Google Shape;301;p27"/>
          <p:cNvSpPr/>
          <p:nvPr/>
        </p:nvSpPr>
        <p:spPr>
          <a:xfrm>
            <a:off x="4565438" y="4266011"/>
            <a:ext cx="1434128" cy="568308"/>
          </a:xfrm>
          <a:prstGeom prst="flowChartProcess">
            <a:avLst/>
          </a:prstGeom>
          <a:noFill/>
          <a:ln>
            <a:noFill/>
          </a:ln>
        </p:spPr>
        <p:txBody>
          <a:bodyPr anchorCtr="0" anchor="ctr" bIns="34275" lIns="68575" spcFirstLastPara="1" rIns="68575" wrap="square" tIns="34275">
            <a:noAutofit/>
          </a:bodyPr>
          <a:lstStyle/>
          <a:p>
            <a:pPr indent="-114300" lvl="0" marL="1143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マルチモーダルLLM(Claude / Gemini / GPT) 、Pydantic v2</a:t>
            </a:r>
            <a:endParaRPr sz="800">
              <a:solidFill>
                <a:schemeClr val="dk1"/>
              </a:solidFill>
              <a:latin typeface="Arial"/>
              <a:ea typeface="Arial"/>
              <a:cs typeface="Arial"/>
              <a:sym typeface="Arial"/>
            </a:endParaRPr>
          </a:p>
        </p:txBody>
      </p:sp>
      <p:sp>
        <p:nvSpPr>
          <p:cNvPr id="302" name="Google Shape;302;p27"/>
          <p:cNvSpPr/>
          <p:nvPr/>
        </p:nvSpPr>
        <p:spPr>
          <a:xfrm>
            <a:off x="6013270" y="4266011"/>
            <a:ext cx="1434128" cy="568308"/>
          </a:xfrm>
          <a:prstGeom prst="flowChartProcess">
            <a:avLst/>
          </a:prstGeom>
          <a:noFill/>
          <a:ln>
            <a:noFill/>
          </a:ln>
        </p:spPr>
        <p:txBody>
          <a:bodyPr anchorCtr="0" anchor="ctr" bIns="34275" lIns="68575" spcFirstLastPara="1" rIns="68575" wrap="square" tIns="34275">
            <a:noAutofit/>
          </a:bodyPr>
          <a:lstStyle/>
          <a:p>
            <a:pPr indent="-114300" lvl="0" marL="1143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python-docx</a:t>
            </a:r>
            <a:endParaRPr sz="800">
              <a:solidFill>
                <a:schemeClr val="dk1"/>
              </a:solidFill>
              <a:latin typeface="Arial"/>
              <a:ea typeface="Arial"/>
              <a:cs typeface="Arial"/>
              <a:sym typeface="Arial"/>
            </a:endParaRPr>
          </a:p>
        </p:txBody>
      </p:sp>
      <p:sp>
        <p:nvSpPr>
          <p:cNvPr id="303" name="Google Shape;303;p27"/>
          <p:cNvSpPr/>
          <p:nvPr/>
        </p:nvSpPr>
        <p:spPr>
          <a:xfrm>
            <a:off x="7461101" y="4266011"/>
            <a:ext cx="1434127" cy="568308"/>
          </a:xfrm>
          <a:prstGeom prst="flowChartProcess">
            <a:avLst/>
          </a:prstGeom>
          <a:noFill/>
          <a:ln>
            <a:noFill/>
          </a:ln>
        </p:spPr>
        <p:txBody>
          <a:bodyPr anchorCtr="0" anchor="ctr" bIns="34275" lIns="68575" spcFirstLastPara="1" rIns="68575" wrap="square" tIns="34275">
            <a:noAutofit/>
          </a:bodyPr>
          <a:lstStyle/>
          <a:p>
            <a:pPr indent="-114300" lvl="0" marL="114300" marR="0" rtl="0" algn="l">
              <a:spcBef>
                <a:spcPts val="0"/>
              </a:spcBef>
              <a:spcAft>
                <a:spcPts val="0"/>
              </a:spcAft>
              <a:buClr>
                <a:schemeClr val="dk1"/>
              </a:buClr>
              <a:buSzPts val="800"/>
              <a:buFont typeface="Arial"/>
              <a:buChar char="•"/>
            </a:pPr>
            <a:r>
              <a:rPr lang="ja" sz="800">
                <a:solidFill>
                  <a:schemeClr val="dk1"/>
                </a:solidFill>
                <a:latin typeface="Arial"/>
                <a:ea typeface="Arial"/>
                <a:cs typeface="Arial"/>
                <a:sym typeface="Arial"/>
              </a:rPr>
              <a:t>openpyxl、python-docx</a:t>
            </a:r>
            <a:endParaRPr sz="800">
              <a:solidFill>
                <a:schemeClr val="dk1"/>
              </a:solidFill>
              <a:latin typeface="Arial"/>
              <a:ea typeface="Arial"/>
              <a:cs typeface="Arial"/>
              <a:sym typeface="Arial"/>
            </a:endParaRPr>
          </a:p>
        </p:txBody>
      </p:sp>
      <p:grpSp>
        <p:nvGrpSpPr>
          <p:cNvPr id="304" name="Google Shape;304;p27"/>
          <p:cNvGrpSpPr/>
          <p:nvPr/>
        </p:nvGrpSpPr>
        <p:grpSpPr>
          <a:xfrm>
            <a:off x="1200684" y="1690909"/>
            <a:ext cx="679837" cy="1063544"/>
            <a:chOff x="1600912" y="2254545"/>
            <a:chExt cx="906449" cy="1418059"/>
          </a:xfrm>
        </p:grpSpPr>
        <p:pic>
          <p:nvPicPr>
            <p:cNvPr descr="word excelイラスト｜無料イラスト・フリー素材なら「イラストAC」" id="305" name="Google Shape;305;p27"/>
            <p:cNvPicPr preferRelativeResize="0"/>
            <p:nvPr/>
          </p:nvPicPr>
          <p:blipFill rotWithShape="1">
            <a:blip r:embed="rId3">
              <a:alphaModFix/>
            </a:blip>
            <a:srcRect b="31605" l="4662" r="73867" t="33541"/>
            <a:stretch/>
          </p:blipFill>
          <p:spPr>
            <a:xfrm>
              <a:off x="1730993" y="2254545"/>
              <a:ext cx="323144" cy="392908"/>
            </a:xfrm>
            <a:prstGeom prst="rect">
              <a:avLst/>
            </a:prstGeom>
            <a:noFill/>
            <a:ln>
              <a:noFill/>
            </a:ln>
          </p:spPr>
        </p:pic>
        <p:pic>
          <p:nvPicPr>
            <p:cNvPr descr="word excelイラスト｜無料イラスト・フリー素材なら「イラストAC」" id="306" name="Google Shape;306;p27"/>
            <p:cNvPicPr preferRelativeResize="0"/>
            <p:nvPr/>
          </p:nvPicPr>
          <p:blipFill rotWithShape="1">
            <a:blip r:embed="rId3">
              <a:alphaModFix/>
            </a:blip>
            <a:srcRect b="32866" l="27814" r="50913" t="31594"/>
            <a:stretch/>
          </p:blipFill>
          <p:spPr>
            <a:xfrm>
              <a:off x="1828910" y="2459863"/>
              <a:ext cx="320148" cy="400630"/>
            </a:xfrm>
            <a:prstGeom prst="rect">
              <a:avLst/>
            </a:prstGeom>
            <a:noFill/>
            <a:ln>
              <a:noFill/>
            </a:ln>
          </p:spPr>
        </p:pic>
        <p:pic>
          <p:nvPicPr>
            <p:cNvPr descr="word excelイラスト｜無料イラスト・フリー素材なら「イラストAC」" id="307" name="Google Shape;307;p27"/>
            <p:cNvPicPr preferRelativeResize="0"/>
            <p:nvPr/>
          </p:nvPicPr>
          <p:blipFill rotWithShape="1">
            <a:blip r:embed="rId3">
              <a:alphaModFix/>
            </a:blip>
            <a:srcRect b="32165" l="52901" r="26472" t="31594"/>
            <a:stretch/>
          </p:blipFill>
          <p:spPr>
            <a:xfrm>
              <a:off x="1936592" y="2701847"/>
              <a:ext cx="310446" cy="408535"/>
            </a:xfrm>
            <a:prstGeom prst="rect">
              <a:avLst/>
            </a:prstGeom>
            <a:noFill/>
            <a:ln>
              <a:noFill/>
            </a:ln>
          </p:spPr>
        </p:pic>
        <p:pic>
          <p:nvPicPr>
            <p:cNvPr descr="word excelイラスト｜無料イラスト・フリー素材なら「イラストAC」" id="308" name="Google Shape;308;p27"/>
            <p:cNvPicPr preferRelativeResize="0"/>
            <p:nvPr/>
          </p:nvPicPr>
          <p:blipFill rotWithShape="1">
            <a:blip r:embed="rId3">
              <a:alphaModFix/>
            </a:blip>
            <a:srcRect b="29145" l="74680" r="2758" t="29742"/>
            <a:stretch/>
          </p:blipFill>
          <p:spPr>
            <a:xfrm>
              <a:off x="2057262" y="2985336"/>
              <a:ext cx="339550" cy="463471"/>
            </a:xfrm>
            <a:prstGeom prst="rect">
              <a:avLst/>
            </a:prstGeom>
            <a:noFill/>
            <a:ln>
              <a:noFill/>
            </a:ln>
          </p:spPr>
        </p:pic>
        <p:sp>
          <p:nvSpPr>
            <p:cNvPr id="309" name="Google Shape;309;p27"/>
            <p:cNvSpPr/>
            <p:nvPr/>
          </p:nvSpPr>
          <p:spPr>
            <a:xfrm>
              <a:off x="1600912" y="3483260"/>
              <a:ext cx="906449" cy="18934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800">
                  <a:solidFill>
                    <a:schemeClr val="dk1"/>
                  </a:solidFill>
                  <a:latin typeface="Arial"/>
                  <a:ea typeface="Arial"/>
                  <a:cs typeface="Arial"/>
                  <a:sym typeface="Arial"/>
                </a:rPr>
                <a:t>Word/Excel</a:t>
              </a:r>
              <a:endParaRPr sz="1100"/>
            </a:p>
            <a:p>
              <a:pPr indent="0" lvl="0" marL="0" marR="0" rtl="0" algn="ctr">
                <a:spcBef>
                  <a:spcPts val="0"/>
                </a:spcBef>
                <a:spcAft>
                  <a:spcPts val="0"/>
                </a:spcAft>
                <a:buNone/>
              </a:pPr>
              <a:r>
                <a:rPr lang="ja" sz="800">
                  <a:solidFill>
                    <a:schemeClr val="dk1"/>
                  </a:solidFill>
                  <a:latin typeface="Arial"/>
                  <a:ea typeface="Arial"/>
                  <a:cs typeface="Arial"/>
                  <a:sym typeface="Arial"/>
                </a:rPr>
                <a:t>/PPT/PDF</a:t>
              </a:r>
              <a:endParaRPr sz="800">
                <a:solidFill>
                  <a:schemeClr val="dk1"/>
                </a:solidFill>
                <a:latin typeface="Arial"/>
                <a:ea typeface="Arial"/>
                <a:cs typeface="Arial"/>
                <a:sym typeface="Arial"/>
              </a:endParaRPr>
            </a:p>
          </p:txBody>
        </p:sp>
      </p:grpSp>
      <p:sp>
        <p:nvSpPr>
          <p:cNvPr id="310" name="Google Shape;310;p27"/>
          <p:cNvSpPr/>
          <p:nvPr/>
        </p:nvSpPr>
        <p:spPr>
          <a:xfrm>
            <a:off x="3792696" y="2478455"/>
            <a:ext cx="973172" cy="285115"/>
          </a:xfrm>
          <a:prstGeom prst="rect">
            <a:avLst/>
          </a:prstGeom>
          <a:solidFill>
            <a:srgbClr val="D8D8D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800">
                <a:solidFill>
                  <a:schemeClr val="dk1"/>
                </a:solidFill>
                <a:latin typeface="Arial"/>
                <a:ea typeface="Arial"/>
                <a:cs typeface="Arial"/>
                <a:sym typeface="Arial"/>
              </a:rPr>
              <a:t>JSON Schema</a:t>
            </a:r>
            <a:endParaRPr sz="1100"/>
          </a:p>
          <a:p>
            <a:pPr indent="0" lvl="0" marL="0" marR="0" rtl="0" algn="ctr">
              <a:spcBef>
                <a:spcPts val="0"/>
              </a:spcBef>
              <a:spcAft>
                <a:spcPts val="0"/>
              </a:spcAft>
              <a:buNone/>
            </a:pPr>
            <a:r>
              <a:rPr lang="ja" sz="800">
                <a:solidFill>
                  <a:schemeClr val="dk1"/>
                </a:solidFill>
                <a:latin typeface="Arial"/>
                <a:ea typeface="Arial"/>
                <a:cs typeface="Arial"/>
                <a:sym typeface="Arial"/>
              </a:rPr>
              <a:t>/Pydanticモデル</a:t>
            </a:r>
            <a:endParaRPr sz="1100"/>
          </a:p>
        </p:txBody>
      </p:sp>
      <p:sp>
        <p:nvSpPr>
          <p:cNvPr descr="データベース 枠線" id="311" name="Google Shape;311;p27"/>
          <p:cNvSpPr/>
          <p:nvPr/>
        </p:nvSpPr>
        <p:spPr>
          <a:xfrm>
            <a:off x="2332226" y="1928507"/>
            <a:ext cx="285750" cy="204391"/>
          </a:xfrm>
          <a:prstGeom prst="rect">
            <a:avLst/>
          </a:prstGeom>
          <a:noFill/>
          <a:ln>
            <a:noFill/>
          </a:ln>
        </p:spPr>
      </p:sp>
      <p:sp>
        <p:nvSpPr>
          <p:cNvPr id="312" name="Google Shape;312;p27"/>
          <p:cNvSpPr/>
          <p:nvPr/>
        </p:nvSpPr>
        <p:spPr>
          <a:xfrm>
            <a:off x="2029219" y="2190779"/>
            <a:ext cx="679837" cy="14200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800">
                <a:solidFill>
                  <a:schemeClr val="dk1"/>
                </a:solidFill>
                <a:latin typeface="Arial"/>
                <a:ea typeface="Arial"/>
                <a:cs typeface="Arial"/>
                <a:sym typeface="Arial"/>
              </a:rPr>
              <a:t>マルチモーダルLLM</a:t>
            </a:r>
            <a:endParaRPr sz="1100"/>
          </a:p>
          <a:p>
            <a:pPr indent="0" lvl="0" marL="0" marR="0" rtl="0" algn="ctr">
              <a:spcBef>
                <a:spcPts val="0"/>
              </a:spcBef>
              <a:spcAft>
                <a:spcPts val="0"/>
              </a:spcAft>
              <a:buNone/>
            </a:pPr>
            <a:r>
              <a:rPr lang="ja" sz="800">
                <a:solidFill>
                  <a:schemeClr val="dk1"/>
                </a:solidFill>
                <a:latin typeface="Arial"/>
                <a:ea typeface="Arial"/>
                <a:cs typeface="Arial"/>
                <a:sym typeface="Arial"/>
              </a:rPr>
              <a:t>等で文書変換</a:t>
            </a:r>
            <a:endParaRPr sz="800">
              <a:solidFill>
                <a:schemeClr val="dk1"/>
              </a:solidFill>
              <a:latin typeface="Arial"/>
              <a:ea typeface="Arial"/>
              <a:cs typeface="Arial"/>
              <a:sym typeface="Arial"/>
            </a:endParaRPr>
          </a:p>
        </p:txBody>
      </p:sp>
      <p:grpSp>
        <p:nvGrpSpPr>
          <p:cNvPr id="313" name="Google Shape;313;p27"/>
          <p:cNvGrpSpPr/>
          <p:nvPr/>
        </p:nvGrpSpPr>
        <p:grpSpPr>
          <a:xfrm>
            <a:off x="3493214" y="1733234"/>
            <a:ext cx="679837" cy="561194"/>
            <a:chOff x="4267742" y="2310979"/>
            <a:chExt cx="906449" cy="748259"/>
          </a:xfrm>
        </p:grpSpPr>
        <p:sp>
          <p:nvSpPr>
            <p:cNvPr descr="データベース 枠線" id="314" name="Google Shape;314;p27"/>
            <p:cNvSpPr/>
            <p:nvPr/>
          </p:nvSpPr>
          <p:spPr>
            <a:xfrm>
              <a:off x="4435214" y="2310979"/>
              <a:ext cx="381000" cy="272521"/>
            </a:xfrm>
            <a:prstGeom prst="rect">
              <a:avLst/>
            </a:prstGeom>
            <a:noFill/>
            <a:ln>
              <a:noFill/>
            </a:ln>
          </p:spPr>
        </p:sp>
        <p:sp>
          <p:nvSpPr>
            <p:cNvPr descr="データベース 枠線" id="315" name="Google Shape;315;p27"/>
            <p:cNvSpPr/>
            <p:nvPr/>
          </p:nvSpPr>
          <p:spPr>
            <a:xfrm>
              <a:off x="4698537" y="2540791"/>
              <a:ext cx="381000" cy="272521"/>
            </a:xfrm>
            <a:prstGeom prst="rect">
              <a:avLst/>
            </a:prstGeom>
            <a:noFill/>
            <a:ln>
              <a:noFill/>
            </a:ln>
          </p:spPr>
        </p:sp>
        <p:sp>
          <p:nvSpPr>
            <p:cNvPr id="316" name="Google Shape;316;p27"/>
            <p:cNvSpPr/>
            <p:nvPr/>
          </p:nvSpPr>
          <p:spPr>
            <a:xfrm>
              <a:off x="4267742" y="2869894"/>
              <a:ext cx="906449" cy="18934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800">
                  <a:solidFill>
                    <a:schemeClr val="dk1"/>
                  </a:solidFill>
                  <a:latin typeface="Arial"/>
                  <a:ea typeface="Arial"/>
                  <a:cs typeface="Arial"/>
                  <a:sym typeface="Arial"/>
                </a:rPr>
                <a:t>必要情報抽出</a:t>
              </a:r>
              <a:endParaRPr sz="800">
                <a:solidFill>
                  <a:schemeClr val="dk1"/>
                </a:solidFill>
                <a:latin typeface="Arial"/>
                <a:ea typeface="Arial"/>
                <a:cs typeface="Arial"/>
                <a:sym typeface="Arial"/>
              </a:endParaRPr>
            </a:p>
          </p:txBody>
        </p:sp>
      </p:grpSp>
      <p:grpSp>
        <p:nvGrpSpPr>
          <p:cNvPr id="317" name="Google Shape;317;p27"/>
          <p:cNvGrpSpPr/>
          <p:nvPr/>
        </p:nvGrpSpPr>
        <p:grpSpPr>
          <a:xfrm>
            <a:off x="4942583" y="1744353"/>
            <a:ext cx="679837" cy="550075"/>
            <a:chOff x="6260292" y="2325804"/>
            <a:chExt cx="906449" cy="733434"/>
          </a:xfrm>
        </p:grpSpPr>
        <p:pic>
          <p:nvPicPr>
            <p:cNvPr descr="構造化データって何の役に立つの？役割から記述方法まで！ | デザインやWEBに関する情報を発信する【まるログ】" id="318" name="Google Shape;318;p27"/>
            <p:cNvPicPr preferRelativeResize="0"/>
            <p:nvPr/>
          </p:nvPicPr>
          <p:blipFill rotWithShape="1">
            <a:blip r:embed="rId4">
              <a:alphaModFix/>
            </a:blip>
            <a:srcRect b="0" l="0" r="0" t="0"/>
            <a:stretch/>
          </p:blipFill>
          <p:spPr>
            <a:xfrm>
              <a:off x="6317347" y="2325804"/>
              <a:ext cx="792340" cy="475404"/>
            </a:xfrm>
            <a:prstGeom prst="rect">
              <a:avLst/>
            </a:prstGeom>
            <a:noFill/>
            <a:ln>
              <a:noFill/>
            </a:ln>
          </p:spPr>
        </p:pic>
        <p:sp>
          <p:nvSpPr>
            <p:cNvPr id="319" name="Google Shape;319;p27"/>
            <p:cNvSpPr/>
            <p:nvPr/>
          </p:nvSpPr>
          <p:spPr>
            <a:xfrm>
              <a:off x="6260292" y="2869894"/>
              <a:ext cx="906449" cy="18934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800">
                  <a:solidFill>
                    <a:schemeClr val="dk1"/>
                  </a:solidFill>
                  <a:latin typeface="Arial"/>
                  <a:ea typeface="Arial"/>
                  <a:cs typeface="Arial"/>
                  <a:sym typeface="Arial"/>
                </a:rPr>
                <a:t>LLMで構造化</a:t>
              </a:r>
              <a:endParaRPr sz="800">
                <a:solidFill>
                  <a:schemeClr val="dk1"/>
                </a:solidFill>
                <a:latin typeface="Arial"/>
                <a:ea typeface="Arial"/>
                <a:cs typeface="Arial"/>
                <a:sym typeface="Arial"/>
              </a:endParaRPr>
            </a:p>
            <a:p>
              <a:pPr indent="0" lvl="0" marL="0" marR="0" rtl="0" algn="ctr">
                <a:spcBef>
                  <a:spcPts val="0"/>
                </a:spcBef>
                <a:spcAft>
                  <a:spcPts val="0"/>
                </a:spcAft>
                <a:buNone/>
              </a:pPr>
              <a:r>
                <a:rPr lang="ja" sz="800">
                  <a:solidFill>
                    <a:schemeClr val="dk1"/>
                  </a:solidFill>
                  <a:latin typeface="Arial"/>
                  <a:ea typeface="Arial"/>
                  <a:cs typeface="Arial"/>
                  <a:sym typeface="Arial"/>
                </a:rPr>
                <a:t>JSONを取得</a:t>
              </a:r>
              <a:endParaRPr sz="800">
                <a:solidFill>
                  <a:schemeClr val="dk1"/>
                </a:solidFill>
                <a:latin typeface="Arial"/>
                <a:ea typeface="Arial"/>
                <a:cs typeface="Arial"/>
                <a:sym typeface="Arial"/>
              </a:endParaRPr>
            </a:p>
          </p:txBody>
        </p:sp>
      </p:grpSp>
      <p:grpSp>
        <p:nvGrpSpPr>
          <p:cNvPr id="320" name="Google Shape;320;p27"/>
          <p:cNvGrpSpPr/>
          <p:nvPr/>
        </p:nvGrpSpPr>
        <p:grpSpPr>
          <a:xfrm>
            <a:off x="6390415" y="1768505"/>
            <a:ext cx="679837" cy="525924"/>
            <a:chOff x="8321277" y="2358006"/>
            <a:chExt cx="906449" cy="701232"/>
          </a:xfrm>
        </p:grpSpPr>
        <p:sp>
          <p:nvSpPr>
            <p:cNvPr descr="データベース 単色塗りつぶし" id="321" name="Google Shape;321;p27"/>
            <p:cNvSpPr/>
            <p:nvPr/>
          </p:nvSpPr>
          <p:spPr>
            <a:xfrm>
              <a:off x="8443920" y="2358006"/>
              <a:ext cx="408983" cy="243596"/>
            </a:xfrm>
            <a:prstGeom prst="rect">
              <a:avLst/>
            </a:prstGeom>
            <a:noFill/>
            <a:ln>
              <a:noFill/>
            </a:ln>
          </p:spPr>
        </p:sp>
        <p:sp>
          <p:nvSpPr>
            <p:cNvPr descr="データベース 単色塗りつぶし" id="322" name="Google Shape;322;p27"/>
            <p:cNvSpPr/>
            <p:nvPr/>
          </p:nvSpPr>
          <p:spPr>
            <a:xfrm>
              <a:off x="8633762" y="2599315"/>
              <a:ext cx="408983" cy="243596"/>
            </a:xfrm>
            <a:prstGeom prst="rect">
              <a:avLst/>
            </a:prstGeom>
            <a:noFill/>
            <a:ln>
              <a:noFill/>
            </a:ln>
          </p:spPr>
        </p:sp>
        <p:sp>
          <p:nvSpPr>
            <p:cNvPr id="323" name="Google Shape;323;p27"/>
            <p:cNvSpPr/>
            <p:nvPr/>
          </p:nvSpPr>
          <p:spPr>
            <a:xfrm>
              <a:off x="8321277" y="2869894"/>
              <a:ext cx="906449" cy="18934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800">
                  <a:solidFill>
                    <a:schemeClr val="dk1"/>
                  </a:solidFill>
                  <a:latin typeface="Arial"/>
                  <a:ea typeface="Arial"/>
                  <a:cs typeface="Arial"/>
                  <a:sym typeface="Arial"/>
                </a:rPr>
                <a:t>出力先フォーマット</a:t>
              </a:r>
              <a:endParaRPr sz="800">
                <a:solidFill>
                  <a:schemeClr val="dk1"/>
                </a:solidFill>
                <a:latin typeface="Arial"/>
                <a:ea typeface="Arial"/>
                <a:cs typeface="Arial"/>
                <a:sym typeface="Arial"/>
              </a:endParaRPr>
            </a:p>
            <a:p>
              <a:pPr indent="0" lvl="0" marL="0" marR="0" rtl="0" algn="ctr">
                <a:spcBef>
                  <a:spcPts val="0"/>
                </a:spcBef>
                <a:spcAft>
                  <a:spcPts val="0"/>
                </a:spcAft>
                <a:buNone/>
              </a:pPr>
              <a:r>
                <a:rPr lang="ja" sz="800">
                  <a:solidFill>
                    <a:schemeClr val="dk1"/>
                  </a:solidFill>
                  <a:latin typeface="Arial"/>
                  <a:ea typeface="Arial"/>
                  <a:cs typeface="Arial"/>
                  <a:sym typeface="Arial"/>
                </a:rPr>
                <a:t>へマッピング</a:t>
              </a:r>
              <a:endParaRPr sz="800">
                <a:solidFill>
                  <a:schemeClr val="dk1"/>
                </a:solidFill>
                <a:latin typeface="Arial"/>
                <a:ea typeface="Arial"/>
                <a:cs typeface="Arial"/>
                <a:sym typeface="Arial"/>
              </a:endParaRPr>
            </a:p>
          </p:txBody>
        </p:sp>
      </p:grpSp>
      <p:grpSp>
        <p:nvGrpSpPr>
          <p:cNvPr id="324" name="Google Shape;324;p27"/>
          <p:cNvGrpSpPr/>
          <p:nvPr/>
        </p:nvGrpSpPr>
        <p:grpSpPr>
          <a:xfrm>
            <a:off x="7785121" y="1795349"/>
            <a:ext cx="786088" cy="499079"/>
            <a:chOff x="10245773" y="2393799"/>
            <a:chExt cx="1048118" cy="665439"/>
          </a:xfrm>
        </p:grpSpPr>
        <p:grpSp>
          <p:nvGrpSpPr>
            <p:cNvPr id="325" name="Google Shape;325;p27"/>
            <p:cNvGrpSpPr/>
            <p:nvPr/>
          </p:nvGrpSpPr>
          <p:grpSpPr>
            <a:xfrm>
              <a:off x="10245773" y="2393799"/>
              <a:ext cx="273122" cy="419513"/>
              <a:chOff x="9964675" y="2381695"/>
              <a:chExt cx="450453" cy="691893"/>
            </a:xfrm>
          </p:grpSpPr>
          <p:pic>
            <p:nvPicPr>
              <p:cNvPr descr="word excelイラスト｜無料イラスト・フリー素材なら「イラストAC」" id="326" name="Google Shape;326;p27"/>
              <p:cNvPicPr preferRelativeResize="0"/>
              <p:nvPr/>
            </p:nvPicPr>
            <p:blipFill rotWithShape="1">
              <a:blip r:embed="rId3">
                <a:alphaModFix/>
              </a:blip>
              <a:srcRect b="31605" l="4662" r="73867" t="33541"/>
              <a:stretch/>
            </p:blipFill>
            <p:spPr>
              <a:xfrm>
                <a:off x="9964675" y="2381695"/>
                <a:ext cx="354980" cy="431617"/>
              </a:xfrm>
              <a:prstGeom prst="rect">
                <a:avLst/>
              </a:prstGeom>
              <a:noFill/>
              <a:ln>
                <a:noFill/>
              </a:ln>
            </p:spPr>
          </p:pic>
          <p:pic>
            <p:nvPicPr>
              <p:cNvPr descr="word excelイラスト｜無料イラスト・フリー素材なら「イラストAC」" id="327" name="Google Shape;327;p27"/>
              <p:cNvPicPr preferRelativeResize="0"/>
              <p:nvPr/>
            </p:nvPicPr>
            <p:blipFill rotWithShape="1">
              <a:blip r:embed="rId3">
                <a:alphaModFix/>
              </a:blip>
              <a:srcRect b="32866" l="27814" r="50913" t="31594"/>
              <a:stretch/>
            </p:blipFill>
            <p:spPr>
              <a:xfrm>
                <a:off x="10063440" y="2633488"/>
                <a:ext cx="351688" cy="440100"/>
              </a:xfrm>
              <a:prstGeom prst="rect">
                <a:avLst/>
              </a:prstGeom>
              <a:noFill/>
              <a:ln>
                <a:noFill/>
              </a:ln>
            </p:spPr>
          </p:pic>
        </p:grpSp>
        <p:pic>
          <p:nvPicPr>
            <p:cNvPr descr="設定 システム 歯車 パソコン アイコン（線バージョン）のイラスト素材 [76495135] - PIXTA" id="328" name="Google Shape;328;p27"/>
            <p:cNvPicPr preferRelativeResize="0"/>
            <p:nvPr/>
          </p:nvPicPr>
          <p:blipFill rotWithShape="1">
            <a:blip r:embed="rId5">
              <a:alphaModFix/>
            </a:blip>
            <a:srcRect b="0" l="0" r="0" t="0"/>
            <a:stretch/>
          </p:blipFill>
          <p:spPr>
            <a:xfrm>
              <a:off x="10493480" y="2399033"/>
              <a:ext cx="454053" cy="472628"/>
            </a:xfrm>
            <a:prstGeom prst="rect">
              <a:avLst/>
            </a:prstGeom>
            <a:noFill/>
            <a:ln>
              <a:noFill/>
            </a:ln>
          </p:spPr>
        </p:pic>
        <p:sp>
          <p:nvSpPr>
            <p:cNvPr descr="データベース 枠線" id="329" name="Google Shape;329;p27"/>
            <p:cNvSpPr/>
            <p:nvPr/>
          </p:nvSpPr>
          <p:spPr>
            <a:xfrm>
              <a:off x="10912891" y="2483443"/>
              <a:ext cx="381000" cy="272521"/>
            </a:xfrm>
            <a:prstGeom prst="rect">
              <a:avLst/>
            </a:prstGeom>
            <a:noFill/>
            <a:ln>
              <a:noFill/>
            </a:ln>
          </p:spPr>
        </p:sp>
        <p:sp>
          <p:nvSpPr>
            <p:cNvPr id="330" name="Google Shape;330;p27"/>
            <p:cNvSpPr/>
            <p:nvPr/>
          </p:nvSpPr>
          <p:spPr>
            <a:xfrm>
              <a:off x="10353390" y="2869894"/>
              <a:ext cx="906449" cy="18934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800">
                  <a:solidFill>
                    <a:schemeClr val="dk1"/>
                  </a:solidFill>
                  <a:latin typeface="Arial"/>
                  <a:ea typeface="Arial"/>
                  <a:cs typeface="Arial"/>
                  <a:sym typeface="Arial"/>
                </a:rPr>
                <a:t>ファイル出力・システム</a:t>
              </a:r>
              <a:endParaRPr sz="800">
                <a:solidFill>
                  <a:schemeClr val="dk1"/>
                </a:solidFill>
                <a:latin typeface="Arial"/>
                <a:ea typeface="Arial"/>
                <a:cs typeface="Arial"/>
                <a:sym typeface="Arial"/>
              </a:endParaRPr>
            </a:p>
            <a:p>
              <a:pPr indent="0" lvl="0" marL="0" marR="0" rtl="0" algn="ctr">
                <a:spcBef>
                  <a:spcPts val="0"/>
                </a:spcBef>
                <a:spcAft>
                  <a:spcPts val="0"/>
                </a:spcAft>
                <a:buNone/>
              </a:pPr>
              <a:r>
                <a:rPr lang="ja" sz="800">
                  <a:solidFill>
                    <a:schemeClr val="dk1"/>
                  </a:solidFill>
                  <a:latin typeface="Arial"/>
                  <a:ea typeface="Arial"/>
                  <a:cs typeface="Arial"/>
                  <a:sym typeface="Arial"/>
                </a:rPr>
                <a:t>連携・データ保持</a:t>
              </a:r>
              <a:endParaRPr sz="800">
                <a:solidFill>
                  <a:schemeClr val="dk1"/>
                </a:solidFill>
                <a:latin typeface="Arial"/>
                <a:ea typeface="Arial"/>
                <a:cs typeface="Arial"/>
                <a:sym typeface="Arial"/>
              </a:endParaRPr>
            </a:p>
          </p:txBody>
        </p:sp>
      </p:grpSp>
      <p:sp>
        <p:nvSpPr>
          <p:cNvPr id="331" name="Google Shape;331;p27"/>
          <p:cNvSpPr/>
          <p:nvPr/>
        </p:nvSpPr>
        <p:spPr>
          <a:xfrm>
            <a:off x="5331345" y="2478455"/>
            <a:ext cx="973172" cy="285115"/>
          </a:xfrm>
          <a:prstGeom prst="rect">
            <a:avLst/>
          </a:prstGeom>
          <a:solidFill>
            <a:srgbClr val="D8D8D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800">
                <a:solidFill>
                  <a:schemeClr val="dk1"/>
                </a:solidFill>
                <a:latin typeface="Arial"/>
                <a:ea typeface="Arial"/>
                <a:cs typeface="Arial"/>
                <a:sym typeface="Arial"/>
              </a:rPr>
              <a:t>マッピング定義/</a:t>
            </a:r>
            <a:endParaRPr sz="1100"/>
          </a:p>
          <a:p>
            <a:pPr indent="0" lvl="0" marL="0" marR="0" rtl="0" algn="ctr">
              <a:spcBef>
                <a:spcPts val="0"/>
              </a:spcBef>
              <a:spcAft>
                <a:spcPts val="0"/>
              </a:spcAft>
              <a:buNone/>
            </a:pPr>
            <a:r>
              <a:rPr lang="ja" sz="800">
                <a:solidFill>
                  <a:schemeClr val="dk1"/>
                </a:solidFill>
                <a:latin typeface="Arial"/>
                <a:ea typeface="Arial"/>
                <a:cs typeface="Arial"/>
                <a:sym typeface="Arial"/>
              </a:rPr>
              <a:t>コード変更テーブル</a:t>
            </a:r>
            <a:endParaRPr sz="1100"/>
          </a:p>
        </p:txBody>
      </p:sp>
      <p:cxnSp>
        <p:nvCxnSpPr>
          <p:cNvPr id="332" name="Google Shape;332;p27"/>
          <p:cNvCxnSpPr/>
          <p:nvPr/>
        </p:nvCxnSpPr>
        <p:spPr>
          <a:xfrm>
            <a:off x="2862470" y="2066973"/>
            <a:ext cx="572494" cy="0"/>
          </a:xfrm>
          <a:prstGeom prst="straightConnector1">
            <a:avLst/>
          </a:prstGeom>
          <a:noFill/>
          <a:ln cap="flat" cmpd="sng" w="19050">
            <a:solidFill>
              <a:schemeClr val="accent1"/>
            </a:solidFill>
            <a:prstDash val="solid"/>
            <a:miter lim="8000"/>
            <a:headEnd len="sm" w="sm" type="none"/>
            <a:tailEnd len="med" w="med" type="triangle"/>
          </a:ln>
        </p:spPr>
      </p:cxnSp>
      <p:cxnSp>
        <p:nvCxnSpPr>
          <p:cNvPr id="333" name="Google Shape;333;p27"/>
          <p:cNvCxnSpPr/>
          <p:nvPr/>
        </p:nvCxnSpPr>
        <p:spPr>
          <a:xfrm>
            <a:off x="4285753" y="2066973"/>
            <a:ext cx="572494" cy="0"/>
          </a:xfrm>
          <a:prstGeom prst="straightConnector1">
            <a:avLst/>
          </a:prstGeom>
          <a:noFill/>
          <a:ln cap="flat" cmpd="sng" w="19050">
            <a:solidFill>
              <a:schemeClr val="accent1"/>
            </a:solidFill>
            <a:prstDash val="solid"/>
            <a:miter lim="8000"/>
            <a:headEnd len="sm" w="sm" type="none"/>
            <a:tailEnd len="med" w="med" type="triangle"/>
          </a:ln>
        </p:spPr>
      </p:cxnSp>
      <p:cxnSp>
        <p:nvCxnSpPr>
          <p:cNvPr id="334" name="Google Shape;334;p27"/>
          <p:cNvCxnSpPr/>
          <p:nvPr/>
        </p:nvCxnSpPr>
        <p:spPr>
          <a:xfrm>
            <a:off x="5713318" y="2066973"/>
            <a:ext cx="572494" cy="0"/>
          </a:xfrm>
          <a:prstGeom prst="straightConnector1">
            <a:avLst/>
          </a:prstGeom>
          <a:noFill/>
          <a:ln cap="flat" cmpd="sng" w="19050">
            <a:solidFill>
              <a:schemeClr val="accent1"/>
            </a:solidFill>
            <a:prstDash val="solid"/>
            <a:miter lim="8000"/>
            <a:headEnd len="sm" w="sm" type="none"/>
            <a:tailEnd len="med" w="med" type="triangle"/>
          </a:ln>
        </p:spPr>
      </p:cxnSp>
      <p:cxnSp>
        <p:nvCxnSpPr>
          <p:cNvPr id="335" name="Google Shape;335;p27"/>
          <p:cNvCxnSpPr/>
          <p:nvPr/>
        </p:nvCxnSpPr>
        <p:spPr>
          <a:xfrm>
            <a:off x="7149528" y="2066973"/>
            <a:ext cx="572494" cy="0"/>
          </a:xfrm>
          <a:prstGeom prst="straightConnector1">
            <a:avLst/>
          </a:prstGeom>
          <a:noFill/>
          <a:ln cap="flat" cmpd="sng" w="19050">
            <a:solidFill>
              <a:schemeClr val="accent1"/>
            </a:solidFill>
            <a:prstDash val="solid"/>
            <a:miter lim="8000"/>
            <a:headEnd len="sm" w="sm" type="none"/>
            <a:tailEnd len="med" w="med" type="triangle"/>
          </a:ln>
        </p:spPr>
      </p:cxnSp>
      <p:cxnSp>
        <p:nvCxnSpPr>
          <p:cNvPr id="336" name="Google Shape;336;p27"/>
          <p:cNvCxnSpPr>
            <a:stCxn id="310" idx="0"/>
          </p:cNvCxnSpPr>
          <p:nvPr/>
        </p:nvCxnSpPr>
        <p:spPr>
          <a:xfrm rot="-5400000">
            <a:off x="4216582" y="2129555"/>
            <a:ext cx="411600" cy="286200"/>
          </a:xfrm>
          <a:prstGeom prst="bentConnector3">
            <a:avLst>
              <a:gd fmla="val 50000" name="adj1"/>
            </a:avLst>
          </a:prstGeom>
          <a:noFill/>
          <a:ln cap="flat" cmpd="sng" w="19050">
            <a:solidFill>
              <a:schemeClr val="accent1"/>
            </a:solidFill>
            <a:prstDash val="solid"/>
            <a:miter lim="8000"/>
            <a:headEnd len="sm" w="sm" type="none"/>
            <a:tailEnd len="med" w="med" type="triangle"/>
          </a:ln>
        </p:spPr>
      </p:cxnSp>
      <p:cxnSp>
        <p:nvCxnSpPr>
          <p:cNvPr id="337" name="Google Shape;337;p27"/>
          <p:cNvCxnSpPr>
            <a:stCxn id="331" idx="0"/>
          </p:cNvCxnSpPr>
          <p:nvPr/>
        </p:nvCxnSpPr>
        <p:spPr>
          <a:xfrm rot="-5400000">
            <a:off x="5707831" y="2189855"/>
            <a:ext cx="398700" cy="178500"/>
          </a:xfrm>
          <a:prstGeom prst="bentConnector3">
            <a:avLst>
              <a:gd fmla="val 50000" name="adj1"/>
            </a:avLst>
          </a:prstGeom>
          <a:noFill/>
          <a:ln cap="flat" cmpd="sng" w="19050">
            <a:solidFill>
              <a:schemeClr val="accent1"/>
            </a:solidFill>
            <a:prstDash val="solid"/>
            <a:miter lim="8000"/>
            <a:headEnd len="sm" w="sm" type="none"/>
            <a:tailEnd len="med" w="med" type="triangle"/>
          </a:ln>
        </p:spPr>
      </p:cxnSp>
      <p:cxnSp>
        <p:nvCxnSpPr>
          <p:cNvPr id="338" name="Google Shape;338;p27"/>
          <p:cNvCxnSpPr/>
          <p:nvPr/>
        </p:nvCxnSpPr>
        <p:spPr>
          <a:xfrm>
            <a:off x="1742971" y="2066973"/>
            <a:ext cx="286247" cy="0"/>
          </a:xfrm>
          <a:prstGeom prst="straightConnector1">
            <a:avLst/>
          </a:prstGeom>
          <a:noFill/>
          <a:ln cap="flat" cmpd="sng" w="19050">
            <a:solidFill>
              <a:schemeClr val="accent1"/>
            </a:solidFill>
            <a:prstDash val="solid"/>
            <a:miter lim="8000"/>
            <a:headEnd len="sm" w="sm" type="none"/>
            <a:tailEnd len="med" w="med" type="triangle"/>
          </a:ln>
        </p:spPr>
      </p:cxnSp>
      <p:grpSp>
        <p:nvGrpSpPr>
          <p:cNvPr id="339" name="Google Shape;339;p27"/>
          <p:cNvGrpSpPr/>
          <p:nvPr/>
        </p:nvGrpSpPr>
        <p:grpSpPr>
          <a:xfrm>
            <a:off x="255229" y="2863665"/>
            <a:ext cx="8633541" cy="1377430"/>
            <a:chOff x="340306" y="3818220"/>
            <a:chExt cx="1086374" cy="1836573"/>
          </a:xfrm>
        </p:grpSpPr>
        <p:cxnSp>
          <p:nvCxnSpPr>
            <p:cNvPr id="340" name="Google Shape;340;p27"/>
            <p:cNvCxnSpPr/>
            <p:nvPr/>
          </p:nvCxnSpPr>
          <p:spPr>
            <a:xfrm>
              <a:off x="340306" y="3818220"/>
              <a:ext cx="1086374" cy="0"/>
            </a:xfrm>
            <a:prstGeom prst="straightConnector1">
              <a:avLst/>
            </a:prstGeom>
            <a:noFill/>
            <a:ln cap="flat" cmpd="sng" w="9525">
              <a:solidFill>
                <a:srgbClr val="919191"/>
              </a:solidFill>
              <a:prstDash val="dash"/>
              <a:miter lim="8000"/>
              <a:headEnd len="sm" w="sm" type="none"/>
              <a:tailEnd len="sm" w="sm" type="none"/>
            </a:ln>
          </p:spPr>
        </p:cxnSp>
        <p:cxnSp>
          <p:nvCxnSpPr>
            <p:cNvPr id="341" name="Google Shape;341;p27"/>
            <p:cNvCxnSpPr/>
            <p:nvPr/>
          </p:nvCxnSpPr>
          <p:spPr>
            <a:xfrm>
              <a:off x="340306" y="5654793"/>
              <a:ext cx="1086374" cy="0"/>
            </a:xfrm>
            <a:prstGeom prst="straightConnector1">
              <a:avLst/>
            </a:prstGeom>
            <a:noFill/>
            <a:ln cap="flat" cmpd="sng" w="9525">
              <a:solidFill>
                <a:srgbClr val="919191"/>
              </a:solidFill>
              <a:prstDash val="dash"/>
              <a:miter lim="8000"/>
              <a:headEnd len="sm" w="sm" type="none"/>
              <a:tailEnd len="sm" w="sm" type="none"/>
            </a:ln>
          </p:spPr>
        </p:cxnSp>
      </p:grpSp>
      <p:sp>
        <p:nvSpPr>
          <p:cNvPr id="342" name="Google Shape;342;p27"/>
          <p:cNvSpPr txBox="1"/>
          <p:nvPr>
            <p:ph type="title"/>
          </p:nvPr>
        </p:nvSpPr>
        <p:spPr>
          <a:xfrm>
            <a:off x="255494" y="493981"/>
            <a:ext cx="8640000" cy="666027"/>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chemeClr val="dk1"/>
              </a:buClr>
              <a:buSzPts val="1800"/>
              <a:buFont typeface="Arial"/>
              <a:buNone/>
            </a:pPr>
            <a:r>
              <a:rPr lang="ja"/>
              <a:t>多様な業務文章を構造化データに変更した上で、様々な成果物を自動出力</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cxnSp>
        <p:nvCxnSpPr>
          <p:cNvPr id="347" name="Google Shape;347;p28"/>
          <p:cNvCxnSpPr/>
          <p:nvPr/>
        </p:nvCxnSpPr>
        <p:spPr>
          <a:xfrm>
            <a:off x="257175" y="434340"/>
            <a:ext cx="8686913" cy="0"/>
          </a:xfrm>
          <a:prstGeom prst="straightConnector1">
            <a:avLst/>
          </a:prstGeom>
          <a:noFill/>
          <a:ln cap="flat" cmpd="sng" w="25400">
            <a:solidFill>
              <a:srgbClr val="D9D9D9"/>
            </a:solidFill>
            <a:prstDash val="solid"/>
            <a:round/>
            <a:headEnd len="sm" w="sm" type="none"/>
            <a:tailEnd len="sm" w="sm" type="none"/>
          </a:ln>
        </p:spPr>
      </p:cxnSp>
      <p:sp>
        <p:nvSpPr>
          <p:cNvPr id="348" name="Google Shape;348;p28"/>
          <p:cNvSpPr txBox="1"/>
          <p:nvPr>
            <p:ph type="title"/>
          </p:nvPr>
        </p:nvSpPr>
        <p:spPr>
          <a:xfrm>
            <a:off x="255494" y="493981"/>
            <a:ext cx="8640000" cy="666027"/>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rgbClr val="1A1A1A"/>
              </a:buClr>
              <a:buSzPts val="1800"/>
              <a:buFont typeface="Arial"/>
              <a:buNone/>
            </a:pPr>
            <a:r>
              <a:rPr lang="ja">
                <a:solidFill>
                  <a:srgbClr val="1A1A1A"/>
                </a:solidFill>
              </a:rPr>
              <a:t>引合書類のアップロードからItem List作成、</a:t>
            </a:r>
            <a:r>
              <a:rPr lang="ja"/>
              <a:t>引合書類読み込み</a:t>
            </a:r>
            <a:endParaRPr/>
          </a:p>
        </p:txBody>
      </p:sp>
      <p:sp>
        <p:nvSpPr>
          <p:cNvPr id="349" name="Google Shape;349;p28"/>
          <p:cNvSpPr txBox="1"/>
          <p:nvPr>
            <p:ph idx="2" type="body"/>
          </p:nvPr>
        </p:nvSpPr>
        <p:spPr>
          <a:xfrm>
            <a:off x="255494" y="4764254"/>
            <a:ext cx="8640000" cy="285116"/>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Clr>
                <a:srgbClr val="787878"/>
              </a:buClr>
              <a:buSzPts val="800"/>
              <a:buNone/>
            </a:pPr>
            <a:r>
              <a:t/>
            </a:r>
            <a:endParaRPr/>
          </a:p>
        </p:txBody>
      </p:sp>
      <p:sp>
        <p:nvSpPr>
          <p:cNvPr id="350" name="Google Shape;350;p28"/>
          <p:cNvSpPr txBox="1"/>
          <p:nvPr>
            <p:ph idx="3" type="body"/>
          </p:nvPr>
        </p:nvSpPr>
        <p:spPr>
          <a:xfrm>
            <a:off x="255229" y="175418"/>
            <a:ext cx="8640000" cy="194210"/>
          </a:xfrm>
          <a:prstGeom prst="rect">
            <a:avLst/>
          </a:prstGeom>
          <a:noFill/>
          <a:ln>
            <a:noFill/>
          </a:ln>
        </p:spPr>
        <p:txBody>
          <a:bodyPr anchorCtr="0" anchor="ctr" bIns="34275" lIns="68575" spcFirstLastPara="1" rIns="68575" wrap="square" tIns="34275">
            <a:noAutofit/>
          </a:bodyPr>
          <a:lstStyle/>
          <a:p>
            <a:pPr indent="-177800" lvl="0" marL="177800" rtl="0" algn="l">
              <a:lnSpc>
                <a:spcPct val="100000"/>
              </a:lnSpc>
              <a:spcBef>
                <a:spcPts val="0"/>
              </a:spcBef>
              <a:spcAft>
                <a:spcPts val="0"/>
              </a:spcAft>
              <a:buClr>
                <a:schemeClr val="accent1"/>
              </a:buClr>
              <a:buSzPts val="1100"/>
              <a:buNone/>
            </a:pPr>
            <a:r>
              <a:rPr lang="ja"/>
              <a:t>＜補足＞PoC①引合受領・引合連絡</a:t>
            </a:r>
            <a:endParaRPr/>
          </a:p>
        </p:txBody>
      </p:sp>
      <p:sp>
        <p:nvSpPr>
          <p:cNvPr id="351" name="Google Shape;351;p28"/>
          <p:cNvSpPr/>
          <p:nvPr/>
        </p:nvSpPr>
        <p:spPr>
          <a:xfrm>
            <a:off x="819500" y="954328"/>
            <a:ext cx="1546112" cy="208189"/>
          </a:xfrm>
          <a:prstGeom prst="rect">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200">
                <a:solidFill>
                  <a:schemeClr val="lt1"/>
                </a:solidFill>
                <a:latin typeface="Arial"/>
                <a:ea typeface="Arial"/>
                <a:cs typeface="Arial"/>
                <a:sym typeface="Arial"/>
              </a:rPr>
              <a:t>担当者</a:t>
            </a:r>
            <a:endParaRPr sz="1100"/>
          </a:p>
        </p:txBody>
      </p:sp>
      <p:sp>
        <p:nvSpPr>
          <p:cNvPr id="352" name="Google Shape;352;p28"/>
          <p:cNvSpPr/>
          <p:nvPr/>
        </p:nvSpPr>
        <p:spPr>
          <a:xfrm>
            <a:off x="2546247" y="954328"/>
            <a:ext cx="1546112" cy="208189"/>
          </a:xfrm>
          <a:prstGeom prst="rect">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200">
                <a:solidFill>
                  <a:schemeClr val="lt1"/>
                </a:solidFill>
                <a:latin typeface="Arial"/>
                <a:ea typeface="Arial"/>
                <a:cs typeface="Arial"/>
                <a:sym typeface="Arial"/>
              </a:rPr>
              <a:t>AI</a:t>
            </a:r>
            <a:endParaRPr b="1" sz="1200">
              <a:solidFill>
                <a:schemeClr val="lt1"/>
              </a:solidFill>
              <a:latin typeface="Arial"/>
              <a:ea typeface="Arial"/>
              <a:cs typeface="Arial"/>
              <a:sym typeface="Arial"/>
            </a:endParaRPr>
          </a:p>
        </p:txBody>
      </p:sp>
      <p:sp>
        <p:nvSpPr>
          <p:cNvPr id="353" name="Google Shape;353;p28"/>
          <p:cNvSpPr/>
          <p:nvPr/>
        </p:nvSpPr>
        <p:spPr>
          <a:xfrm>
            <a:off x="819500" y="1325334"/>
            <a:ext cx="1546112" cy="358550"/>
          </a:xfrm>
          <a:prstGeom prst="rect">
            <a:avLst/>
          </a:prstGeom>
          <a:solidFill>
            <a:schemeClr val="lt1"/>
          </a:solidFill>
          <a:ln cap="flat" cmpd="sng" w="1270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900">
                <a:solidFill>
                  <a:schemeClr val="dk1"/>
                </a:solidFill>
                <a:latin typeface="Arial"/>
                <a:ea typeface="Arial"/>
                <a:cs typeface="Arial"/>
                <a:sym typeface="Arial"/>
              </a:rPr>
              <a:t>外地担当者からSCSF/メール/Teamsで引合情報受領</a:t>
            </a:r>
            <a:endParaRPr sz="1100"/>
          </a:p>
        </p:txBody>
      </p:sp>
      <p:sp>
        <p:nvSpPr>
          <p:cNvPr id="354" name="Google Shape;354;p28"/>
          <p:cNvSpPr/>
          <p:nvPr/>
        </p:nvSpPr>
        <p:spPr>
          <a:xfrm>
            <a:off x="2546247" y="2471084"/>
            <a:ext cx="1546112" cy="358550"/>
          </a:xfrm>
          <a:prstGeom prst="rect">
            <a:avLst/>
          </a:prstGeom>
          <a:solidFill>
            <a:schemeClr val="lt1"/>
          </a:solidFill>
          <a:ln cap="flat" cmpd="sng" w="1270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900">
                <a:solidFill>
                  <a:schemeClr val="dk1"/>
                </a:solidFill>
                <a:latin typeface="Arial"/>
                <a:ea typeface="Arial"/>
                <a:cs typeface="Arial"/>
                <a:sym typeface="Arial"/>
              </a:rPr>
              <a:t>Item List作成</a:t>
            </a:r>
            <a:endParaRPr sz="1100"/>
          </a:p>
        </p:txBody>
      </p:sp>
      <p:sp>
        <p:nvSpPr>
          <p:cNvPr id="355" name="Google Shape;355;p28"/>
          <p:cNvSpPr/>
          <p:nvPr/>
        </p:nvSpPr>
        <p:spPr>
          <a:xfrm>
            <a:off x="4451960" y="954328"/>
            <a:ext cx="4436546" cy="208189"/>
          </a:xfrm>
          <a:prstGeom prst="rect">
            <a:avLst/>
          </a:prstGeom>
          <a:solidFill>
            <a:srgbClr val="1F302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1200">
                <a:solidFill>
                  <a:schemeClr val="lt1"/>
                </a:solidFill>
                <a:latin typeface="Arial"/>
                <a:ea typeface="Arial"/>
                <a:cs typeface="Arial"/>
                <a:sym typeface="Arial"/>
              </a:rPr>
              <a:t>ツール画面イメージ</a:t>
            </a:r>
            <a:endParaRPr sz="1100"/>
          </a:p>
        </p:txBody>
      </p:sp>
      <p:sp>
        <p:nvSpPr>
          <p:cNvPr id="356" name="Google Shape;356;p28"/>
          <p:cNvSpPr/>
          <p:nvPr/>
        </p:nvSpPr>
        <p:spPr>
          <a:xfrm>
            <a:off x="819500" y="1898209"/>
            <a:ext cx="1546112" cy="358550"/>
          </a:xfrm>
          <a:prstGeom prst="rect">
            <a:avLst/>
          </a:prstGeom>
          <a:solidFill>
            <a:schemeClr val="lt1"/>
          </a:solidFill>
          <a:ln cap="flat" cmpd="sng" w="1270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900">
                <a:solidFill>
                  <a:schemeClr val="dk1"/>
                </a:solidFill>
                <a:latin typeface="Arial"/>
                <a:ea typeface="Arial"/>
                <a:cs typeface="Arial"/>
                <a:sym typeface="Arial"/>
              </a:rPr>
              <a:t>引合対象ファイル（RFP等）を指定</a:t>
            </a:r>
            <a:endParaRPr sz="1100"/>
          </a:p>
        </p:txBody>
      </p:sp>
      <p:sp>
        <p:nvSpPr>
          <p:cNvPr id="357" name="Google Shape;357;p28"/>
          <p:cNvSpPr/>
          <p:nvPr/>
        </p:nvSpPr>
        <p:spPr>
          <a:xfrm>
            <a:off x="2546247" y="3043958"/>
            <a:ext cx="1546112" cy="358550"/>
          </a:xfrm>
          <a:prstGeom prst="rect">
            <a:avLst/>
          </a:prstGeom>
          <a:solidFill>
            <a:schemeClr val="lt1"/>
          </a:solidFill>
          <a:ln cap="flat" cmpd="sng" w="1270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900">
                <a:solidFill>
                  <a:schemeClr val="dk1"/>
                </a:solidFill>
                <a:latin typeface="Arial"/>
                <a:ea typeface="Arial"/>
                <a:cs typeface="Arial"/>
                <a:sym typeface="Arial"/>
              </a:rPr>
              <a:t>引合書類の読み込み／</a:t>
            </a:r>
            <a:endParaRPr sz="900">
              <a:solidFill>
                <a:schemeClr val="dk1"/>
              </a:solidFill>
              <a:latin typeface="Arial"/>
              <a:ea typeface="Arial"/>
              <a:cs typeface="Arial"/>
              <a:sym typeface="Arial"/>
            </a:endParaRPr>
          </a:p>
          <a:p>
            <a:pPr indent="0" lvl="0" marL="0" marR="0" rtl="0" algn="ctr">
              <a:spcBef>
                <a:spcPts val="0"/>
              </a:spcBef>
              <a:spcAft>
                <a:spcPts val="0"/>
              </a:spcAft>
              <a:buNone/>
            </a:pPr>
            <a:r>
              <a:rPr lang="ja" sz="900">
                <a:solidFill>
                  <a:schemeClr val="dk1"/>
                </a:solidFill>
                <a:latin typeface="Arial"/>
                <a:ea typeface="Arial"/>
                <a:cs typeface="Arial"/>
                <a:sym typeface="Arial"/>
              </a:rPr>
              <a:t>情報の構造化</a:t>
            </a:r>
            <a:endParaRPr sz="1100"/>
          </a:p>
        </p:txBody>
      </p:sp>
      <p:sp>
        <p:nvSpPr>
          <p:cNvPr id="358" name="Google Shape;358;p28"/>
          <p:cNvSpPr/>
          <p:nvPr/>
        </p:nvSpPr>
        <p:spPr>
          <a:xfrm>
            <a:off x="819500" y="3616833"/>
            <a:ext cx="1546112" cy="358550"/>
          </a:xfrm>
          <a:prstGeom prst="rect">
            <a:avLst/>
          </a:prstGeom>
          <a:solidFill>
            <a:schemeClr val="lt1"/>
          </a:solidFill>
          <a:ln cap="flat" cmpd="sng" w="1270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900">
                <a:solidFill>
                  <a:schemeClr val="dk1"/>
                </a:solidFill>
                <a:latin typeface="Arial"/>
                <a:ea typeface="Arial"/>
                <a:cs typeface="Arial"/>
                <a:sym typeface="Arial"/>
              </a:rPr>
              <a:t>構造化情報の確認</a:t>
            </a:r>
            <a:endParaRPr sz="900">
              <a:solidFill>
                <a:schemeClr val="dk1"/>
              </a:solidFill>
              <a:latin typeface="Arial"/>
              <a:ea typeface="Arial"/>
              <a:cs typeface="Arial"/>
              <a:sym typeface="Arial"/>
            </a:endParaRPr>
          </a:p>
          <a:p>
            <a:pPr indent="0" lvl="0" marL="0" marR="0" rtl="0" algn="ctr">
              <a:spcBef>
                <a:spcPts val="0"/>
              </a:spcBef>
              <a:spcAft>
                <a:spcPts val="0"/>
              </a:spcAft>
              <a:buNone/>
            </a:pPr>
            <a:r>
              <a:rPr lang="ja" sz="900">
                <a:solidFill>
                  <a:schemeClr val="dk1"/>
                </a:solidFill>
                <a:latin typeface="Arial"/>
                <a:ea typeface="Arial"/>
                <a:cs typeface="Arial"/>
                <a:sym typeface="Arial"/>
              </a:rPr>
              <a:t>（+引用元の確認）</a:t>
            </a:r>
            <a:endParaRPr sz="1100"/>
          </a:p>
        </p:txBody>
      </p:sp>
      <p:sp>
        <p:nvSpPr>
          <p:cNvPr id="359" name="Google Shape;359;p28"/>
          <p:cNvSpPr/>
          <p:nvPr/>
        </p:nvSpPr>
        <p:spPr>
          <a:xfrm>
            <a:off x="819499" y="4189707"/>
            <a:ext cx="1546112" cy="358550"/>
          </a:xfrm>
          <a:prstGeom prst="rect">
            <a:avLst/>
          </a:prstGeom>
          <a:solidFill>
            <a:schemeClr val="lt1"/>
          </a:solidFill>
          <a:ln cap="flat" cmpd="sng" w="12700">
            <a:solidFill>
              <a:srgbClr val="7F7F7F"/>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ja" sz="900">
                <a:solidFill>
                  <a:schemeClr val="dk1"/>
                </a:solidFill>
                <a:latin typeface="Arial"/>
                <a:ea typeface="Arial"/>
                <a:cs typeface="Arial"/>
                <a:sym typeface="Arial"/>
              </a:rPr>
              <a:t>過去経緯の確認、</a:t>
            </a:r>
            <a:endParaRPr sz="900">
              <a:solidFill>
                <a:schemeClr val="dk1"/>
              </a:solidFill>
              <a:latin typeface="Arial"/>
              <a:ea typeface="Arial"/>
              <a:cs typeface="Arial"/>
              <a:sym typeface="Arial"/>
            </a:endParaRPr>
          </a:p>
          <a:p>
            <a:pPr indent="0" lvl="0" marL="0" marR="0" rtl="0" algn="ctr">
              <a:spcBef>
                <a:spcPts val="0"/>
              </a:spcBef>
              <a:spcAft>
                <a:spcPts val="0"/>
              </a:spcAft>
              <a:buNone/>
            </a:pPr>
            <a:r>
              <a:rPr lang="ja" sz="900">
                <a:solidFill>
                  <a:schemeClr val="dk1"/>
                </a:solidFill>
                <a:latin typeface="Arial"/>
                <a:ea typeface="Arial"/>
                <a:cs typeface="Arial"/>
                <a:sym typeface="Arial"/>
              </a:rPr>
              <a:t>対応方針策定</a:t>
            </a:r>
            <a:endParaRPr sz="1100"/>
          </a:p>
        </p:txBody>
      </p:sp>
      <p:sp>
        <p:nvSpPr>
          <p:cNvPr id="360" name="Google Shape;360;p28"/>
          <p:cNvSpPr/>
          <p:nvPr/>
        </p:nvSpPr>
        <p:spPr>
          <a:xfrm>
            <a:off x="615095" y="1226937"/>
            <a:ext cx="356765" cy="206666"/>
          </a:xfrm>
          <a:prstGeom prst="ellipse">
            <a:avLst/>
          </a:prstGeom>
          <a:solidFill>
            <a:srgbClr val="7F7F7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900">
                <a:solidFill>
                  <a:schemeClr val="lt1"/>
                </a:solidFill>
                <a:latin typeface="Arial"/>
                <a:ea typeface="Arial"/>
                <a:cs typeface="Arial"/>
                <a:sym typeface="Arial"/>
              </a:rPr>
              <a:t>既存</a:t>
            </a:r>
            <a:endParaRPr sz="1100"/>
          </a:p>
        </p:txBody>
      </p:sp>
      <p:cxnSp>
        <p:nvCxnSpPr>
          <p:cNvPr id="361" name="Google Shape;361;p28"/>
          <p:cNvCxnSpPr>
            <a:stCxn id="353" idx="2"/>
            <a:endCxn id="356" idx="0"/>
          </p:cNvCxnSpPr>
          <p:nvPr/>
        </p:nvCxnSpPr>
        <p:spPr>
          <a:xfrm>
            <a:off x="1592556" y="1683884"/>
            <a:ext cx="0" cy="214200"/>
          </a:xfrm>
          <a:prstGeom prst="straightConnector1">
            <a:avLst/>
          </a:prstGeom>
          <a:noFill/>
          <a:ln cap="flat" cmpd="sng" w="19050">
            <a:solidFill>
              <a:schemeClr val="accent1"/>
            </a:solidFill>
            <a:prstDash val="solid"/>
            <a:miter lim="8000"/>
            <a:headEnd len="sm" w="sm" type="none"/>
            <a:tailEnd len="med" w="med" type="triangle"/>
          </a:ln>
        </p:spPr>
      </p:cxnSp>
      <p:cxnSp>
        <p:nvCxnSpPr>
          <p:cNvPr id="362" name="Google Shape;362;p28"/>
          <p:cNvCxnSpPr>
            <a:stCxn id="358" idx="2"/>
            <a:endCxn id="359" idx="0"/>
          </p:cNvCxnSpPr>
          <p:nvPr/>
        </p:nvCxnSpPr>
        <p:spPr>
          <a:xfrm>
            <a:off x="1592556" y="3975383"/>
            <a:ext cx="0" cy="214200"/>
          </a:xfrm>
          <a:prstGeom prst="straightConnector1">
            <a:avLst/>
          </a:prstGeom>
          <a:noFill/>
          <a:ln cap="flat" cmpd="sng" w="19050">
            <a:solidFill>
              <a:schemeClr val="accent1"/>
            </a:solidFill>
            <a:prstDash val="solid"/>
            <a:miter lim="8000"/>
            <a:headEnd len="sm" w="sm" type="none"/>
            <a:tailEnd len="med" w="med" type="triangle"/>
          </a:ln>
        </p:spPr>
      </p:cxnSp>
      <p:sp>
        <p:nvSpPr>
          <p:cNvPr id="363" name="Google Shape;363;p28"/>
          <p:cNvSpPr/>
          <p:nvPr/>
        </p:nvSpPr>
        <p:spPr>
          <a:xfrm>
            <a:off x="615095" y="4095778"/>
            <a:ext cx="356765" cy="206666"/>
          </a:xfrm>
          <a:prstGeom prst="ellipse">
            <a:avLst/>
          </a:prstGeom>
          <a:solidFill>
            <a:srgbClr val="7F7F7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900">
                <a:solidFill>
                  <a:schemeClr val="lt1"/>
                </a:solidFill>
                <a:latin typeface="Arial"/>
                <a:ea typeface="Arial"/>
                <a:cs typeface="Arial"/>
                <a:sym typeface="Arial"/>
              </a:rPr>
              <a:t>既存</a:t>
            </a:r>
            <a:endParaRPr sz="1100"/>
          </a:p>
        </p:txBody>
      </p:sp>
      <p:sp>
        <p:nvSpPr>
          <p:cNvPr id="364" name="Google Shape;364;p28"/>
          <p:cNvSpPr/>
          <p:nvPr/>
        </p:nvSpPr>
        <p:spPr>
          <a:xfrm>
            <a:off x="615095" y="3513499"/>
            <a:ext cx="356765" cy="206666"/>
          </a:xfrm>
          <a:prstGeom prst="ellipse">
            <a:avLst/>
          </a:prstGeom>
          <a:solidFill>
            <a:srgbClr val="77B99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900">
                <a:solidFill>
                  <a:schemeClr val="lt1"/>
                </a:solidFill>
                <a:latin typeface="Arial"/>
                <a:ea typeface="Arial"/>
                <a:cs typeface="Arial"/>
                <a:sym typeface="Arial"/>
              </a:rPr>
              <a:t>新規</a:t>
            </a:r>
            <a:endParaRPr sz="1100"/>
          </a:p>
        </p:txBody>
      </p:sp>
      <p:sp>
        <p:nvSpPr>
          <p:cNvPr id="365" name="Google Shape;365;p28"/>
          <p:cNvSpPr/>
          <p:nvPr/>
        </p:nvSpPr>
        <p:spPr>
          <a:xfrm>
            <a:off x="615095" y="1780762"/>
            <a:ext cx="356765" cy="206666"/>
          </a:xfrm>
          <a:prstGeom prst="ellipse">
            <a:avLst/>
          </a:prstGeom>
          <a:solidFill>
            <a:srgbClr val="77B99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900">
                <a:solidFill>
                  <a:schemeClr val="lt1"/>
                </a:solidFill>
                <a:latin typeface="Arial"/>
                <a:ea typeface="Arial"/>
                <a:cs typeface="Arial"/>
                <a:sym typeface="Arial"/>
              </a:rPr>
              <a:t>新規</a:t>
            </a:r>
            <a:endParaRPr sz="1100"/>
          </a:p>
        </p:txBody>
      </p:sp>
      <p:sp>
        <p:nvSpPr>
          <p:cNvPr id="366" name="Google Shape;366;p28"/>
          <p:cNvSpPr/>
          <p:nvPr/>
        </p:nvSpPr>
        <p:spPr>
          <a:xfrm>
            <a:off x="2403073" y="2384133"/>
            <a:ext cx="356765" cy="206666"/>
          </a:xfrm>
          <a:prstGeom prst="ellipse">
            <a:avLst/>
          </a:prstGeom>
          <a:solidFill>
            <a:srgbClr val="77B99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900">
                <a:solidFill>
                  <a:schemeClr val="lt1"/>
                </a:solidFill>
                <a:latin typeface="Arial"/>
                <a:ea typeface="Arial"/>
                <a:cs typeface="Arial"/>
                <a:sym typeface="Arial"/>
              </a:rPr>
              <a:t>新規</a:t>
            </a:r>
            <a:endParaRPr sz="1100"/>
          </a:p>
        </p:txBody>
      </p:sp>
      <p:sp>
        <p:nvSpPr>
          <p:cNvPr id="367" name="Google Shape;367;p28"/>
          <p:cNvSpPr/>
          <p:nvPr/>
        </p:nvSpPr>
        <p:spPr>
          <a:xfrm>
            <a:off x="2403073" y="2939790"/>
            <a:ext cx="356765" cy="206666"/>
          </a:xfrm>
          <a:prstGeom prst="ellipse">
            <a:avLst/>
          </a:prstGeom>
          <a:solidFill>
            <a:srgbClr val="77B99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ja" sz="900">
                <a:solidFill>
                  <a:schemeClr val="lt1"/>
                </a:solidFill>
                <a:latin typeface="Arial"/>
                <a:ea typeface="Arial"/>
                <a:cs typeface="Arial"/>
                <a:sym typeface="Arial"/>
              </a:rPr>
              <a:t>新規</a:t>
            </a:r>
            <a:endParaRPr sz="1100"/>
          </a:p>
        </p:txBody>
      </p:sp>
      <p:cxnSp>
        <p:nvCxnSpPr>
          <p:cNvPr id="368" name="Google Shape;368;p28"/>
          <p:cNvCxnSpPr>
            <a:stCxn id="354" idx="2"/>
            <a:endCxn id="357" idx="0"/>
          </p:cNvCxnSpPr>
          <p:nvPr/>
        </p:nvCxnSpPr>
        <p:spPr>
          <a:xfrm>
            <a:off x="3319303" y="2829634"/>
            <a:ext cx="0" cy="214200"/>
          </a:xfrm>
          <a:prstGeom prst="straightConnector1">
            <a:avLst/>
          </a:prstGeom>
          <a:noFill/>
          <a:ln cap="flat" cmpd="sng" w="19050">
            <a:solidFill>
              <a:schemeClr val="accent1"/>
            </a:solidFill>
            <a:prstDash val="solid"/>
            <a:miter lim="8000"/>
            <a:headEnd len="sm" w="sm" type="none"/>
            <a:tailEnd len="med" w="med" type="triangle"/>
          </a:ln>
        </p:spPr>
      </p:cxnSp>
      <p:cxnSp>
        <p:nvCxnSpPr>
          <p:cNvPr id="369" name="Google Shape;369;p28"/>
          <p:cNvCxnSpPr>
            <a:stCxn id="356" idx="2"/>
            <a:endCxn id="354" idx="0"/>
          </p:cNvCxnSpPr>
          <p:nvPr/>
        </p:nvCxnSpPr>
        <p:spPr>
          <a:xfrm flipH="1" rot="-5400000">
            <a:off x="2348856" y="1500459"/>
            <a:ext cx="214200" cy="1726800"/>
          </a:xfrm>
          <a:prstGeom prst="bentConnector3">
            <a:avLst>
              <a:gd fmla="val 50000" name="adj1"/>
            </a:avLst>
          </a:prstGeom>
          <a:noFill/>
          <a:ln cap="flat" cmpd="sng" w="19050">
            <a:solidFill>
              <a:schemeClr val="accent1"/>
            </a:solidFill>
            <a:prstDash val="solid"/>
            <a:miter lim="8000"/>
            <a:headEnd len="sm" w="sm" type="none"/>
            <a:tailEnd len="med" w="med" type="triangle"/>
          </a:ln>
        </p:spPr>
      </p:cxnSp>
      <p:cxnSp>
        <p:nvCxnSpPr>
          <p:cNvPr id="370" name="Google Shape;370;p28"/>
          <p:cNvCxnSpPr>
            <a:stCxn id="357" idx="2"/>
            <a:endCxn id="358" idx="0"/>
          </p:cNvCxnSpPr>
          <p:nvPr/>
        </p:nvCxnSpPr>
        <p:spPr>
          <a:xfrm rot="5400000">
            <a:off x="2348803" y="2646209"/>
            <a:ext cx="214200" cy="1726800"/>
          </a:xfrm>
          <a:prstGeom prst="bentConnector3">
            <a:avLst>
              <a:gd fmla="val 50000" name="adj1"/>
            </a:avLst>
          </a:prstGeom>
          <a:noFill/>
          <a:ln cap="flat" cmpd="sng" w="19050">
            <a:solidFill>
              <a:schemeClr val="accent1"/>
            </a:solidFill>
            <a:prstDash val="solid"/>
            <a:miter lim="8000"/>
            <a:headEnd len="sm" w="sm" type="none"/>
            <a:tailEnd len="med" w="med" type="triangle"/>
          </a:ln>
        </p:spPr>
      </p:cxnSp>
      <p:cxnSp>
        <p:nvCxnSpPr>
          <p:cNvPr id="371" name="Google Shape;371;p28"/>
          <p:cNvCxnSpPr>
            <a:stCxn id="359" idx="2"/>
          </p:cNvCxnSpPr>
          <p:nvPr/>
        </p:nvCxnSpPr>
        <p:spPr>
          <a:xfrm>
            <a:off x="1592556" y="4548257"/>
            <a:ext cx="0" cy="160800"/>
          </a:xfrm>
          <a:prstGeom prst="straightConnector1">
            <a:avLst/>
          </a:prstGeom>
          <a:noFill/>
          <a:ln cap="flat" cmpd="sng" w="19050">
            <a:solidFill>
              <a:schemeClr val="accent1"/>
            </a:solidFill>
            <a:prstDash val="solid"/>
            <a:miter lim="8000"/>
            <a:headEnd len="sm" w="sm" type="none"/>
            <a:tailEnd len="med" w="med" type="triangle"/>
          </a:ln>
        </p:spPr>
      </p:cxnSp>
      <p:pic>
        <p:nvPicPr>
          <p:cNvPr descr="グラフィカル ユーザー インターフェイス, アプリケーション&#10;&#10;AI 生成コンテンツは誤りを含む可能性があります。" id="372" name="Google Shape;372;p28"/>
          <p:cNvPicPr preferRelativeResize="0"/>
          <p:nvPr/>
        </p:nvPicPr>
        <p:blipFill rotWithShape="1">
          <a:blip r:embed="rId3">
            <a:alphaModFix/>
          </a:blip>
          <a:srcRect b="0" l="0" r="0" t="0"/>
          <a:stretch/>
        </p:blipFill>
        <p:spPr>
          <a:xfrm>
            <a:off x="4907528" y="2988830"/>
            <a:ext cx="3525408" cy="1614557"/>
          </a:xfrm>
          <a:prstGeom prst="rect">
            <a:avLst/>
          </a:prstGeom>
          <a:noFill/>
          <a:ln cap="flat" cmpd="sng" w="9525">
            <a:solidFill>
              <a:schemeClr val="dk1"/>
            </a:solidFill>
            <a:prstDash val="solid"/>
            <a:round/>
            <a:headEnd len="sm" w="sm" type="none"/>
            <a:tailEnd len="sm" w="sm" type="none"/>
          </a:ln>
        </p:spPr>
      </p:pic>
      <p:pic>
        <p:nvPicPr>
          <p:cNvPr descr="テーブル&#10;&#10;AI 生成コンテンツは誤りを含む可能性があります。" id="373" name="Google Shape;373;p28"/>
          <p:cNvPicPr preferRelativeResize="0"/>
          <p:nvPr/>
        </p:nvPicPr>
        <p:blipFill rotWithShape="1">
          <a:blip r:embed="rId4">
            <a:alphaModFix/>
          </a:blip>
          <a:srcRect b="0" l="0" r="0" t="0"/>
          <a:stretch/>
        </p:blipFill>
        <p:spPr>
          <a:xfrm>
            <a:off x="4907528" y="1256385"/>
            <a:ext cx="3525408" cy="1625465"/>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9"/>
          <p:cNvSpPr txBox="1"/>
          <p:nvPr>
            <p:ph idx="11" type="ftr"/>
          </p:nvPr>
        </p:nvSpPr>
        <p:spPr>
          <a:xfrm>
            <a:off x="7408356" y="4886123"/>
            <a:ext cx="1439689" cy="16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ja">
                <a:solidFill>
                  <a:srgbClr val="BFBFBF"/>
                </a:solidFill>
              </a:rPr>
              <a:t>©️ 2026 boostconsulting Inc.</a:t>
            </a:r>
            <a:endParaRPr>
              <a:solidFill>
                <a:srgbClr val="BFBFB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Slide Science Default">
      <a:dk1>
        <a:srgbClr val="000000"/>
      </a:dk1>
      <a:lt1>
        <a:srgbClr val="FFFFFF"/>
      </a:lt1>
      <a:dk2>
        <a:srgbClr val="FFFFFF"/>
      </a:dk2>
      <a:lt2>
        <a:srgbClr val="FFFFFF"/>
      </a:lt2>
      <a:accent1>
        <a:srgbClr val="061F44"/>
      </a:accent1>
      <a:accent2>
        <a:srgbClr val="B7472A"/>
      </a:accent2>
      <a:accent3>
        <a:srgbClr val="F5E3DF"/>
      </a:accent3>
      <a:accent4>
        <a:srgbClr val="424242"/>
      </a:accent4>
      <a:accent5>
        <a:srgbClr val="D9D9D9"/>
      </a:accent5>
      <a:accent6>
        <a:srgbClr val="F0F0F0"/>
      </a:accent6>
      <a:hlink>
        <a:srgbClr val="555555"/>
      </a:hlink>
      <a:folHlink>
        <a:srgbClr val="33333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